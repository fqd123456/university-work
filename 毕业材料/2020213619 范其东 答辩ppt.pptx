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5.svg" ContentType="image/svg+xml"/>
  <Override PartName="/ppt/media/image17.svg" ContentType="image/svg+xml"/>
  <Override PartName="/ppt/media/image1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62" r:id="rId4"/>
  </p:sldMasterIdLst>
  <p:notesMasterIdLst>
    <p:notesMasterId r:id="rId6"/>
  </p:notesMasterIdLst>
  <p:sldIdLst>
    <p:sldId id="273" r:id="rId5"/>
    <p:sldId id="258" r:id="rId7"/>
    <p:sldId id="259" r:id="rId8"/>
    <p:sldId id="260" r:id="rId9"/>
    <p:sldId id="261" r:id="rId10"/>
    <p:sldId id="262" r:id="rId11"/>
    <p:sldId id="263" r:id="rId12"/>
    <p:sldId id="265" r:id="rId13"/>
    <p:sldId id="264" r:id="rId14"/>
    <p:sldId id="292" r:id="rId15"/>
    <p:sldId id="267" r:id="rId16"/>
    <p:sldId id="268" r:id="rId17"/>
    <p:sldId id="271" r:id="rId18"/>
    <p:sldId id="298" r:id="rId19"/>
    <p:sldId id="269" r:id="rId20"/>
    <p:sldId id="295" r:id="rId21"/>
    <p:sldId id="296" r:id="rId22"/>
    <p:sldId id="275" r:id="rId23"/>
    <p:sldId id="280" r:id="rId24"/>
    <p:sldId id="279" r:id="rId25"/>
    <p:sldId id="282" r:id="rId26"/>
    <p:sldId id="299" r:id="rId27"/>
    <p:sldId id="284" r:id="rId28"/>
    <p:sldId id="301" r:id="rId29"/>
    <p:sldId id="300" r:id="rId30"/>
    <p:sldId id="302" r:id="rId31"/>
    <p:sldId id="291" r:id="rId32"/>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36"/>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7" Type="http://schemas.openxmlformats.org/officeDocument/2006/relationships/tags" Target="tags/tag330.xml"/><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6D21905-E282-4D31-A6DE-1C7DD487568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112.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Ref idx="1001">
        <a:schemeClr val="bg1"/>
      </p:bgRef>
    </p:bg>
    <p:spTree>
      <p:nvGrpSpPr>
        <p:cNvPr id="1" name=""/>
        <p:cNvGrpSpPr/>
        <p:nvPr/>
      </p:nvGrpSpPr>
      <p:grpSpPr>
        <a:xfrm>
          <a:off x="0" y="0"/>
          <a:ext cx="0" cy="0"/>
          <a:chOff x="0" y="0"/>
          <a:chExt cx="0" cy="0"/>
        </a:xfrm>
      </p:grpSpPr>
      <p:sp>
        <p:nvSpPr>
          <p:cNvPr id="24" name="署名占位符 10"/>
          <p:cNvSpPr>
            <a:spLocks noGrp="1"/>
          </p:cNvSpPr>
          <p:nvPr>
            <p:ph type="body" sz="quarter" idx="17" hasCustomPrompt="1"/>
            <p:custDataLst>
              <p:tags r:id="rId2"/>
            </p:custDataLst>
          </p:nvPr>
        </p:nvSpPr>
        <p:spPr>
          <a:xfrm>
            <a:off x="4926182" y="3863547"/>
            <a:ext cx="2340000" cy="46800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18000" rIns="71755" bIns="18000" numCol="1" spcCol="0" rtlCol="0" fromWordArt="0" anchor="ctr" anchorCtr="0" forceAA="0" compatLnSpc="1">
            <a:normAutofit/>
          </a:bodyPr>
          <a:lstStyle>
            <a:defPPr>
              <a:defRPr lang="zh-CN"/>
            </a:defPPr>
            <a:lvl1pPr marL="0" marR="0" algn="ctr" defTabSz="914400" rtl="0" eaLnBrk="1" fontAlgn="auto" latinLnBrk="0" hangingPunct="1">
              <a:lnSpc>
                <a:spcPct val="100000"/>
              </a:lnSpc>
              <a:buClrTx/>
              <a:buSzTx/>
              <a:buFontTx/>
              <a:buNone/>
              <a:defRPr kumimoji="0" lang="zh-CN" altLang="en-US" sz="1800" b="1" i="0" u="none" strike="noStrike" kern="1200" cap="none" spc="0" normalizeH="0" baseline="0" noProof="1" dirty="0">
                <a:solidFill>
                  <a:schemeClr val="lt1"/>
                </a:solidFill>
                <a:latin typeface="+mn-ea"/>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a:sym typeface="+mn-ea"/>
              </a:rPr>
              <a:t>署名</a:t>
            </a:r>
            <a:endParaRPr>
              <a:sym typeface="+mn-ea"/>
            </a:endParaRPr>
          </a:p>
        </p:txBody>
      </p:sp>
      <p:sp>
        <p:nvSpPr>
          <p:cNvPr id="7" name="标题 6"/>
          <p:cNvSpPr txBox="1">
            <a:spLocks noGrp="1"/>
          </p:cNvSpPr>
          <p:nvPr>
            <p:ph type="ctrTitle" hasCustomPrompt="1"/>
            <p:custDataLst>
              <p:tags r:id="rId3"/>
            </p:custDataLst>
          </p:nvPr>
        </p:nvSpPr>
        <p:spPr>
          <a:xfrm>
            <a:off x="2111375" y="2425065"/>
            <a:ext cx="7969250" cy="1186180"/>
          </a:xfrm>
          <a:noFill/>
        </p:spPr>
        <p:txBody>
          <a:bodyPr wrap="square" rtlCol="0" anchor="b" anchorCtr="0">
            <a:normAutofit/>
          </a:bodyPr>
          <a:lstStyle>
            <a:defPPr>
              <a:defRPr lang="zh-CN"/>
            </a:defPPr>
            <a:lvl1pPr marL="0" marR="0" algn="ctr" defTabSz="914400" rtl="0" eaLnBrk="1" fontAlgn="auto" latinLnBrk="0" hangingPunct="1">
              <a:lnSpc>
                <a:spcPct val="100000"/>
              </a:lnSpc>
              <a:buClrTx/>
              <a:buSzTx/>
              <a:buFontTx/>
              <a:buNone/>
              <a:defRPr kumimoji="0" lang="zh-CN" altLang="en-US" sz="6000" b="1" i="0" u="none" strike="noStrike" kern="1200" cap="none" spc="300" normalizeH="0" baseline="0" noProof="1" dirty="0">
                <a:solidFill>
                  <a:schemeClr val="tx1"/>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a:sym typeface="+mn-ea"/>
              </a:rPr>
              <a:t>单击编辑母版标题</a:t>
            </a:r>
            <a:endParaRPr>
              <a:sym typeface="+mn-e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3"/>
            </p:custDataLst>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custDataLst>
              <p:tags r:id="rId4"/>
            </p:custDataLst>
          </p:nvPr>
        </p:nvSpPr>
        <p:spPr/>
        <p:txBody>
          <a:bodyPr/>
          <a:lstStyle/>
          <a:p>
            <a:fld id="{EFEF1844-7864-4B4D-9D4E-AE48208959C0}" type="datetime1">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C730C15E-7DE8-4003-AC2F-632DCF856F49}"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a:t>单击此处编辑母版标题样式</a:t>
            </a:r>
            <a:endParaRPr lang="zh-CN" altLang="en-US"/>
          </a:p>
        </p:txBody>
      </p:sp>
      <p:sp>
        <p:nvSpPr>
          <p:cNvPr id="3" name="内容占位符 2"/>
          <p:cNvSpPr>
            <a:spLocks noGrp="1"/>
          </p:cNvSpPr>
          <p:nvPr>
            <p:ph idx="1"/>
            <p:custDataLst>
              <p:tags r:id="rId3"/>
            </p:custDataLst>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custDataLst>
              <p:tags r:id="rId4"/>
            </p:custDataLst>
          </p:nvPr>
        </p:nvSpPr>
        <p:spPr/>
        <p:txBody>
          <a:bodyPr/>
          <a:lstStyle/>
          <a:p>
            <a:fld id="{F6B96D04-1BF1-4688-8BA9-A62B0ED64850}" type="datetime1">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C730C15E-7DE8-4003-AC2F-632DCF856F49}"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custDataLst>
              <p:tags r:id="rId3"/>
            </p:custDataLst>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custDataLst>
              <p:tags r:id="rId4"/>
            </p:custDataLst>
          </p:nvPr>
        </p:nvSpPr>
        <p:spPr/>
        <p:txBody>
          <a:bodyPr/>
          <a:lstStyle/>
          <a:p>
            <a:fld id="{2FBC3B9C-F285-41FC-9620-3987394883D7}" type="datetime1">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C730C15E-7DE8-4003-AC2F-632DCF856F49}"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custDataLst>
              <p:tags r:id="rId4"/>
            </p:custDataLst>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custDataLst>
              <p:tags r:id="rId5"/>
            </p:custDataLst>
          </p:nvPr>
        </p:nvSpPr>
        <p:spPr/>
        <p:txBody>
          <a:bodyPr/>
          <a:lstStyle/>
          <a:p>
            <a:fld id="{BB6A729B-72DD-4AA3-8501-D6190C233AFD}" type="datetime1">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C730C15E-7DE8-4003-AC2F-632DCF856F49}"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custDataLst>
              <p:tags r:id="rId3"/>
            </p:custDataLst>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custDataLst>
              <p:tags r:id="rId4"/>
            </p:custDataLst>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custDataLst>
              <p:tags r:id="rId5"/>
            </p:custDataLst>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custDataLst>
              <p:tags r:id="rId6"/>
            </p:custDataLst>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custDataLst>
              <p:tags r:id="rId7"/>
            </p:custDataLst>
          </p:nvPr>
        </p:nvSpPr>
        <p:spPr/>
        <p:txBody>
          <a:bodyPr/>
          <a:lstStyle/>
          <a:p>
            <a:fld id="{D20B2A82-C2F0-4904-A0D1-D97EE7E37AFD}" type="datetime1">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C730C15E-7DE8-4003-AC2F-632DCF856F49}"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166949C2-8E5A-423A-A510-757C955442AB}" type="datetime1">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C730C15E-7DE8-4003-AC2F-632DCF856F49}"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lvl1pPr>
              <a:defRPr sz="2000"/>
            </a:lvl1pPr>
          </a:lstStyle>
          <a:p>
            <a:fld id="{9A5D74EB-032C-412E-98A6-FB1B2206739E}" type="datetime1">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lvl1pPr>
              <a:defRPr sz="2000"/>
            </a:lvl1pPr>
          </a:lstStyle>
          <a:p>
            <a:endParaRPr lang="zh-CN" altLang="en-US" dirty="0"/>
          </a:p>
        </p:txBody>
      </p:sp>
      <p:sp>
        <p:nvSpPr>
          <p:cNvPr id="4" name="灯片编号占位符 3"/>
          <p:cNvSpPr>
            <a:spLocks noGrp="1"/>
          </p:cNvSpPr>
          <p:nvPr>
            <p:ph type="sldNum" sz="quarter" idx="12"/>
            <p:custDataLst>
              <p:tags r:id="rId4"/>
            </p:custDataLst>
          </p:nvPr>
        </p:nvSpPr>
        <p:spPr/>
        <p:txBody>
          <a:bodyPr/>
          <a:lstStyle>
            <a:lvl1pPr>
              <a:defRPr sz="2000">
                <a:solidFill>
                  <a:schemeClr val="tx1"/>
                </a:solidFill>
              </a:defRPr>
            </a:lvl1pPr>
          </a:lstStyle>
          <a:p>
            <a:fld id="{C730C15E-7DE8-4003-AC2F-632DCF856F49}"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custDataLst>
              <p:tags r:id="rId4"/>
            </p:custDataLst>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5"/>
            </p:custDataLst>
          </p:nvPr>
        </p:nvSpPr>
        <p:spPr/>
        <p:txBody>
          <a:bodyPr/>
          <a:lstStyle/>
          <a:p>
            <a:fld id="{0C68C4A7-FF4D-4D81-B1E7-6B704A79CAD9}" type="datetime1">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C730C15E-7DE8-4003-AC2F-632DCF856F49}"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custDataLst>
              <p:tags r:id="rId3"/>
            </p:custDataLst>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custDataLst>
              <p:tags r:id="rId4"/>
            </p:custDataLst>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5"/>
            </p:custDataLst>
          </p:nvPr>
        </p:nvSpPr>
        <p:spPr/>
        <p:txBody>
          <a:bodyPr/>
          <a:lstStyle/>
          <a:p>
            <a:fld id="{F0B30DAD-61D7-42BF-A0D3-2305E7CD26EC}" type="datetime1">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C730C15E-7DE8-4003-AC2F-632DCF856F49}"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custDataLst>
              <p:tags r:id="rId3"/>
            </p:custDataLst>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custDataLst>
              <p:tags r:id="rId4"/>
            </p:custDataLst>
          </p:nvPr>
        </p:nvSpPr>
        <p:spPr/>
        <p:txBody>
          <a:bodyPr/>
          <a:lstStyle/>
          <a:p>
            <a:fld id="{7A069EDE-AE2E-4F39-9206-7A795EEFD8B2}" type="datetime1">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C730C15E-7DE8-4003-AC2F-632DCF856F49}"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custDataLst>
              <p:tags r:id="rId3"/>
            </p:custDataLst>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custDataLst>
              <p:tags r:id="rId4"/>
            </p:custDataLst>
          </p:nvPr>
        </p:nvSpPr>
        <p:spPr/>
        <p:txBody>
          <a:bodyPr/>
          <a:lstStyle/>
          <a:p>
            <a:fld id="{519C19AC-38DA-4C3D-9184-8F80015095E0}" type="datetime1">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C730C15E-7DE8-4003-AC2F-632DCF856F4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7" Type="http://schemas.openxmlformats.org/officeDocument/2006/relationships/theme" Target="../theme/theme3.xml"/><Relationship Id="rId16" Type="http://schemas.openxmlformats.org/officeDocument/2006/relationships/tags" Target="../tags/tag133.xml"/><Relationship Id="rId15" Type="http://schemas.openxmlformats.org/officeDocument/2006/relationships/tags" Target="../tags/tag132.xml"/><Relationship Id="rId14" Type="http://schemas.openxmlformats.org/officeDocument/2006/relationships/tags" Target="../tags/tag131.xml"/><Relationship Id="rId13" Type="http://schemas.openxmlformats.org/officeDocument/2006/relationships/tags" Target="../tags/tag130.xml"/><Relationship Id="rId12" Type="http://schemas.openxmlformats.org/officeDocument/2006/relationships/tags" Target="../tags/tag129.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7"/>
    </p:custData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3"/>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custDataLst>
              <p:tags r:id="rId14"/>
            </p:custDataLst>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FA0ED6-A86F-400D-A432-2316C6DAC55F}" type="datetime1">
              <a:rPr lang="zh-CN" altLang="en-US" smtClean="0"/>
            </a:fld>
            <a:endParaRPr lang="zh-CN" altLang="en-US"/>
          </a:p>
        </p:txBody>
      </p:sp>
      <p:sp>
        <p:nvSpPr>
          <p:cNvPr id="5" name="页脚占位符 4"/>
          <p:cNvSpPr>
            <a:spLocks noGrp="1"/>
          </p:cNvSpPr>
          <p:nvPr>
            <p:ph type="ftr" sz="quarter" idx="3"/>
            <p:custDataLst>
              <p:tags r:id="rId15"/>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30C15E-7DE8-4003-AC2F-632DCF856F4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image" Target="../media/image3.png"/><Relationship Id="rId11" Type="http://schemas.openxmlformats.org/officeDocument/2006/relationships/slideLayout" Target="../slideLayouts/slideLayout19.xml"/><Relationship Id="rId10" Type="http://schemas.openxmlformats.org/officeDocument/2006/relationships/tags" Target="../tags/tag141.xml"/><Relationship Id="rId1" Type="http://schemas.openxmlformats.org/officeDocument/2006/relationships/tags" Target="../tags/tag134.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9.xml"/><Relationship Id="rId5" Type="http://schemas.openxmlformats.org/officeDocument/2006/relationships/tags" Target="../tags/tag145.xml"/><Relationship Id="rId4" Type="http://schemas.openxmlformats.org/officeDocument/2006/relationships/image" Target="../media/image2.png"/><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153.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0" Type="http://schemas.openxmlformats.org/officeDocument/2006/relationships/notesSlide" Target="../notesSlides/notesSlide2.xml"/><Relationship Id="rId1" Type="http://schemas.openxmlformats.org/officeDocument/2006/relationships/tags" Target="../tags/tag146.xml"/></Relationships>
</file>

<file path=ppt/slides/_rels/slide5.xml.rels><?xml version="1.0" encoding="UTF-8" standalone="yes"?>
<Relationships xmlns="http://schemas.openxmlformats.org/package/2006/relationships"><Relationship Id="rId9" Type="http://schemas.openxmlformats.org/officeDocument/2006/relationships/tags" Target="../tags/tag162.xml"/><Relationship Id="rId8" Type="http://schemas.openxmlformats.org/officeDocument/2006/relationships/tags" Target="../tags/tag161.xml"/><Relationship Id="rId7" Type="http://schemas.openxmlformats.org/officeDocument/2006/relationships/tags" Target="../tags/tag160.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6" Type="http://schemas.openxmlformats.org/officeDocument/2006/relationships/notesSlide" Target="../notesSlides/notesSlide3.xml"/><Relationship Id="rId15" Type="http://schemas.openxmlformats.org/officeDocument/2006/relationships/slideLayout" Target="../slideLayouts/slideLayout13.xml"/><Relationship Id="rId14" Type="http://schemas.openxmlformats.org/officeDocument/2006/relationships/tags" Target="../tags/tag164.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tags" Target="../tags/tag163.xml"/><Relationship Id="rId1" Type="http://schemas.openxmlformats.org/officeDocument/2006/relationships/tags" Target="../tags/tag154.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19.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image" Target="../media/image2.png"/><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_rels/slide7.xml.rels><?xml version="1.0" encoding="UTF-8" standalone="yes"?>
<Relationships xmlns="http://schemas.openxmlformats.org/package/2006/relationships"><Relationship Id="rId9" Type="http://schemas.openxmlformats.org/officeDocument/2006/relationships/tags" Target="../tags/tag177.xml"/><Relationship Id="rId8" Type="http://schemas.openxmlformats.org/officeDocument/2006/relationships/tags" Target="../tags/tag176.xml"/><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image" Target="../media/image7.jpeg"/><Relationship Id="rId10" Type="http://schemas.openxmlformats.org/officeDocument/2006/relationships/slideLayout" Target="../slideLayouts/slideLayout13.xml"/><Relationship Id="rId1" Type="http://schemas.openxmlformats.org/officeDocument/2006/relationships/tags" Target="../tags/tag170.xml"/></Relationships>
</file>

<file path=ppt/slides/_rels/slide8.xml.rels><?xml version="1.0" encoding="UTF-8" standalone="yes"?>
<Relationships xmlns="http://schemas.openxmlformats.org/package/2006/relationships"><Relationship Id="rId9" Type="http://schemas.openxmlformats.org/officeDocument/2006/relationships/tags" Target="../tags/tag186.xml"/><Relationship Id="rId8" Type="http://schemas.openxmlformats.org/officeDocument/2006/relationships/tags" Target="../tags/tag185.xml"/><Relationship Id="rId7" Type="http://schemas.openxmlformats.org/officeDocument/2006/relationships/tags" Target="../tags/tag184.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4" Type="http://schemas.openxmlformats.org/officeDocument/2006/relationships/notesSlide" Target="../notesSlides/notesSlide4.xml"/><Relationship Id="rId13" Type="http://schemas.openxmlformats.org/officeDocument/2006/relationships/slideLayout" Target="../slideLayouts/slideLayout13.xml"/><Relationship Id="rId12" Type="http://schemas.openxmlformats.org/officeDocument/2006/relationships/tags" Target="../tags/tag189.xml"/><Relationship Id="rId11" Type="http://schemas.openxmlformats.org/officeDocument/2006/relationships/tags" Target="../tags/tag188.xml"/><Relationship Id="rId10" Type="http://schemas.openxmlformats.org/officeDocument/2006/relationships/tags" Target="../tags/tag187.xml"/><Relationship Id="rId1" Type="http://schemas.openxmlformats.org/officeDocument/2006/relationships/tags" Target="../tags/tag178.xml"/></Relationships>
</file>

<file path=ppt/slides/_rels/slide9.xml.rels><?xml version="1.0" encoding="UTF-8" standalone="yes"?>
<Relationships xmlns="http://schemas.openxmlformats.org/package/2006/relationships"><Relationship Id="rId9" Type="http://schemas.openxmlformats.org/officeDocument/2006/relationships/tags" Target="../tags/tag198.xml"/><Relationship Id="rId8" Type="http://schemas.openxmlformats.org/officeDocument/2006/relationships/tags" Target="../tags/tag197.xml"/><Relationship Id="rId7" Type="http://schemas.openxmlformats.org/officeDocument/2006/relationships/tags" Target="../tags/tag196.xml"/><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8" Type="http://schemas.openxmlformats.org/officeDocument/2006/relationships/slideLayout" Target="../slideLayouts/slideLayout13.xml"/><Relationship Id="rId27" Type="http://schemas.openxmlformats.org/officeDocument/2006/relationships/tags" Target="../tags/tag211.xml"/><Relationship Id="rId26" Type="http://schemas.openxmlformats.org/officeDocument/2006/relationships/tags" Target="../tags/tag210.xml"/><Relationship Id="rId25" Type="http://schemas.openxmlformats.org/officeDocument/2006/relationships/image" Target="../media/image12.png"/><Relationship Id="rId24" Type="http://schemas.openxmlformats.org/officeDocument/2006/relationships/image" Target="../media/image11.png"/><Relationship Id="rId23" Type="http://schemas.openxmlformats.org/officeDocument/2006/relationships/image" Target="../media/image10.png"/><Relationship Id="rId22" Type="http://schemas.openxmlformats.org/officeDocument/2006/relationships/tags" Target="../tags/tag209.xml"/><Relationship Id="rId21" Type="http://schemas.openxmlformats.org/officeDocument/2006/relationships/tags" Target="../tags/tag208.xml"/><Relationship Id="rId20" Type="http://schemas.openxmlformats.org/officeDocument/2006/relationships/tags" Target="../tags/tag207.xml"/><Relationship Id="rId2" Type="http://schemas.openxmlformats.org/officeDocument/2006/relationships/tags" Target="../tags/tag191.xml"/><Relationship Id="rId19" Type="http://schemas.openxmlformats.org/officeDocument/2006/relationships/image" Target="../media/image9.png"/><Relationship Id="rId18" Type="http://schemas.openxmlformats.org/officeDocument/2006/relationships/tags" Target="../tags/tag206.xml"/><Relationship Id="rId17" Type="http://schemas.openxmlformats.org/officeDocument/2006/relationships/image" Target="../media/image8.jpeg"/><Relationship Id="rId16" Type="http://schemas.openxmlformats.org/officeDocument/2006/relationships/tags" Target="../tags/tag205.xml"/><Relationship Id="rId15" Type="http://schemas.openxmlformats.org/officeDocument/2006/relationships/tags" Target="../tags/tag204.xml"/><Relationship Id="rId14" Type="http://schemas.openxmlformats.org/officeDocument/2006/relationships/tags" Target="../tags/tag203.xml"/><Relationship Id="rId13" Type="http://schemas.openxmlformats.org/officeDocument/2006/relationships/tags" Target="../tags/tag202.xml"/><Relationship Id="rId12" Type="http://schemas.openxmlformats.org/officeDocument/2006/relationships/tags" Target="../tags/tag201.xml"/><Relationship Id="rId11" Type="http://schemas.openxmlformats.org/officeDocument/2006/relationships/tags" Target="../tags/tag200.xml"/><Relationship Id="rId10" Type="http://schemas.openxmlformats.org/officeDocument/2006/relationships/tags" Target="../tags/tag199.xml"/><Relationship Id="rId1" Type="http://schemas.openxmlformats.org/officeDocument/2006/relationships/tags" Target="../tags/tag190.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13.xml"/><Relationship Id="rId2" Type="http://schemas.openxmlformats.org/officeDocument/2006/relationships/image" Target="../media/image13.png"/><Relationship Id="rId1" Type="http://schemas.openxmlformats.org/officeDocument/2006/relationships/tags" Target="../tags/tag212.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9.xml"/><Relationship Id="rId6" Type="http://schemas.openxmlformats.org/officeDocument/2006/relationships/tags" Target="../tags/tag218.xml"/><Relationship Id="rId5" Type="http://schemas.openxmlformats.org/officeDocument/2006/relationships/tags" Target="../tags/tag217.xml"/><Relationship Id="rId4" Type="http://schemas.openxmlformats.org/officeDocument/2006/relationships/image" Target="../media/image2.png"/><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s>
</file>

<file path=ppt/slides/_rels/slide12.xml.rels><?xml version="1.0" encoding="UTF-8" standalone="yes"?>
<Relationships xmlns="http://schemas.openxmlformats.org/package/2006/relationships"><Relationship Id="rId9" Type="http://schemas.openxmlformats.org/officeDocument/2006/relationships/tags" Target="../tags/tag227.xml"/><Relationship Id="rId8" Type="http://schemas.openxmlformats.org/officeDocument/2006/relationships/tags" Target="../tags/tag226.xml"/><Relationship Id="rId7" Type="http://schemas.openxmlformats.org/officeDocument/2006/relationships/tags" Target="../tags/tag225.xml"/><Relationship Id="rId6" Type="http://schemas.openxmlformats.org/officeDocument/2006/relationships/tags" Target="../tags/tag224.xml"/><Relationship Id="rId5" Type="http://schemas.openxmlformats.org/officeDocument/2006/relationships/tags" Target="../tags/tag223.xml"/><Relationship Id="rId4" Type="http://schemas.openxmlformats.org/officeDocument/2006/relationships/tags" Target="../tags/tag222.xml"/><Relationship Id="rId3" Type="http://schemas.openxmlformats.org/officeDocument/2006/relationships/tags" Target="../tags/tag221.xml"/><Relationship Id="rId28" Type="http://schemas.openxmlformats.org/officeDocument/2006/relationships/notesSlide" Target="../notesSlides/notesSlide5.xml"/><Relationship Id="rId27" Type="http://schemas.openxmlformats.org/officeDocument/2006/relationships/slideLayout" Target="../slideLayouts/slideLayout13.xml"/><Relationship Id="rId26" Type="http://schemas.openxmlformats.org/officeDocument/2006/relationships/tags" Target="../tags/tag238.xml"/><Relationship Id="rId25" Type="http://schemas.openxmlformats.org/officeDocument/2006/relationships/image" Target="../media/image19.svg"/><Relationship Id="rId24" Type="http://schemas.openxmlformats.org/officeDocument/2006/relationships/image" Target="../media/image18.png"/><Relationship Id="rId23" Type="http://schemas.openxmlformats.org/officeDocument/2006/relationships/tags" Target="../tags/tag237.xml"/><Relationship Id="rId22" Type="http://schemas.openxmlformats.org/officeDocument/2006/relationships/tags" Target="../tags/tag236.xml"/><Relationship Id="rId21" Type="http://schemas.openxmlformats.org/officeDocument/2006/relationships/image" Target="../media/image17.svg"/><Relationship Id="rId20" Type="http://schemas.openxmlformats.org/officeDocument/2006/relationships/image" Target="../media/image16.png"/><Relationship Id="rId2" Type="http://schemas.openxmlformats.org/officeDocument/2006/relationships/tags" Target="../tags/tag220.xml"/><Relationship Id="rId19" Type="http://schemas.openxmlformats.org/officeDocument/2006/relationships/tags" Target="../tags/tag235.xml"/><Relationship Id="rId18" Type="http://schemas.openxmlformats.org/officeDocument/2006/relationships/image" Target="../media/image15.svg"/><Relationship Id="rId17" Type="http://schemas.openxmlformats.org/officeDocument/2006/relationships/image" Target="../media/image14.png"/><Relationship Id="rId16" Type="http://schemas.openxmlformats.org/officeDocument/2006/relationships/tags" Target="../tags/tag234.xml"/><Relationship Id="rId15" Type="http://schemas.openxmlformats.org/officeDocument/2006/relationships/tags" Target="../tags/tag233.xml"/><Relationship Id="rId14" Type="http://schemas.openxmlformats.org/officeDocument/2006/relationships/tags" Target="../tags/tag232.xml"/><Relationship Id="rId13" Type="http://schemas.openxmlformats.org/officeDocument/2006/relationships/tags" Target="../tags/tag231.xml"/><Relationship Id="rId12" Type="http://schemas.openxmlformats.org/officeDocument/2006/relationships/tags" Target="../tags/tag230.xml"/><Relationship Id="rId11" Type="http://schemas.openxmlformats.org/officeDocument/2006/relationships/tags" Target="../tags/tag229.xml"/><Relationship Id="rId10" Type="http://schemas.openxmlformats.org/officeDocument/2006/relationships/tags" Target="../tags/tag228.xml"/><Relationship Id="rId1" Type="http://schemas.openxmlformats.org/officeDocument/2006/relationships/tags" Target="../tags/tag219.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tags" Target="../tags/tag239.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tags" Target="../tags/tag248.xml"/><Relationship Id="rId5" Type="http://schemas.openxmlformats.org/officeDocument/2006/relationships/image" Target="../media/image20.png"/><Relationship Id="rId4" Type="http://schemas.openxmlformats.org/officeDocument/2006/relationships/tags" Target="../tags/tag247.xml"/><Relationship Id="rId3" Type="http://schemas.openxmlformats.org/officeDocument/2006/relationships/tags" Target="../tags/tag246.xml"/><Relationship Id="rId2" Type="http://schemas.openxmlformats.org/officeDocument/2006/relationships/tags" Target="../tags/tag245.xml"/><Relationship Id="rId1" Type="http://schemas.openxmlformats.org/officeDocument/2006/relationships/tags" Target="../tags/tag244.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254.xml"/><Relationship Id="rId6" Type="http://schemas.openxmlformats.org/officeDocument/2006/relationships/image" Target="../media/image21.png"/><Relationship Id="rId5" Type="http://schemas.openxmlformats.org/officeDocument/2006/relationships/tags" Target="../tags/tag253.xml"/><Relationship Id="rId4" Type="http://schemas.openxmlformats.org/officeDocument/2006/relationships/tags" Target="../tags/tag252.xml"/><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s>
</file>

<file path=ppt/slides/_rels/slide16.xml.rels><?xml version="1.0" encoding="UTF-8" standalone="yes"?>
<Relationships xmlns="http://schemas.openxmlformats.org/package/2006/relationships"><Relationship Id="rId9" Type="http://schemas.openxmlformats.org/officeDocument/2006/relationships/tags" Target="../tags/tag260.xml"/><Relationship Id="rId8" Type="http://schemas.openxmlformats.org/officeDocument/2006/relationships/image" Target="../media/image24.png"/><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tags" Target="../tags/tag259.xml"/><Relationship Id="rId4" Type="http://schemas.openxmlformats.org/officeDocument/2006/relationships/tags" Target="../tags/tag258.xml"/><Relationship Id="rId3" Type="http://schemas.openxmlformats.org/officeDocument/2006/relationships/tags" Target="../tags/tag257.xml"/><Relationship Id="rId2" Type="http://schemas.openxmlformats.org/officeDocument/2006/relationships/tags" Target="../tags/tag256.xml"/><Relationship Id="rId10" Type="http://schemas.openxmlformats.org/officeDocument/2006/relationships/slideLayout" Target="../slideLayouts/slideLayout13.xml"/><Relationship Id="rId1" Type="http://schemas.openxmlformats.org/officeDocument/2006/relationships/tags" Target="../tags/tag255.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266.xml"/><Relationship Id="rId6" Type="http://schemas.openxmlformats.org/officeDocument/2006/relationships/image" Target="../media/image25.png"/><Relationship Id="rId5" Type="http://schemas.openxmlformats.org/officeDocument/2006/relationships/tags" Target="../tags/tag265.xml"/><Relationship Id="rId4" Type="http://schemas.openxmlformats.org/officeDocument/2006/relationships/tags" Target="../tags/tag264.xml"/><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tags" Target="../tags/tag261.xml"/></Relationships>
</file>

<file path=ppt/slides/_rels/slide18.xml.rels><?xml version="1.0" encoding="UTF-8" standalone="yes"?>
<Relationships xmlns="http://schemas.openxmlformats.org/package/2006/relationships"><Relationship Id="rId9" Type="http://schemas.openxmlformats.org/officeDocument/2006/relationships/tags" Target="../tags/tag274.xml"/><Relationship Id="rId8" Type="http://schemas.openxmlformats.org/officeDocument/2006/relationships/tags" Target="../tags/tag273.xml"/><Relationship Id="rId7" Type="http://schemas.openxmlformats.org/officeDocument/2006/relationships/tags" Target="../tags/tag272.xml"/><Relationship Id="rId6" Type="http://schemas.openxmlformats.org/officeDocument/2006/relationships/tags" Target="../tags/tag271.xml"/><Relationship Id="rId5" Type="http://schemas.openxmlformats.org/officeDocument/2006/relationships/tags" Target="../tags/tag270.xml"/><Relationship Id="rId4" Type="http://schemas.openxmlformats.org/officeDocument/2006/relationships/tags" Target="../tags/tag269.xml"/><Relationship Id="rId3" Type="http://schemas.openxmlformats.org/officeDocument/2006/relationships/tags" Target="../tags/tag268.xml"/><Relationship Id="rId2" Type="http://schemas.openxmlformats.org/officeDocument/2006/relationships/image" Target="../media/image26.jpeg"/><Relationship Id="rId12" Type="http://schemas.openxmlformats.org/officeDocument/2006/relationships/slideLayout" Target="../slideLayouts/slideLayout13.xml"/><Relationship Id="rId11" Type="http://schemas.openxmlformats.org/officeDocument/2006/relationships/tags" Target="../tags/tag276.xml"/><Relationship Id="rId10" Type="http://schemas.openxmlformats.org/officeDocument/2006/relationships/tags" Target="../tags/tag275.xml"/><Relationship Id="rId1" Type="http://schemas.openxmlformats.org/officeDocument/2006/relationships/tags" Target="../tags/tag267.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9.xml"/><Relationship Id="rId5" Type="http://schemas.openxmlformats.org/officeDocument/2006/relationships/tags" Target="../tags/tag280.xml"/><Relationship Id="rId4" Type="http://schemas.openxmlformats.org/officeDocument/2006/relationships/image" Target="../media/image2.png"/><Relationship Id="rId3" Type="http://schemas.openxmlformats.org/officeDocument/2006/relationships/tags" Target="../tags/tag279.xml"/><Relationship Id="rId2" Type="http://schemas.openxmlformats.org/officeDocument/2006/relationships/tags" Target="../tags/tag278.xml"/><Relationship Id="rId1" Type="http://schemas.openxmlformats.org/officeDocument/2006/relationships/tags" Target="../tags/tag277.xml"/></Relationships>
</file>

<file path=ppt/slides/_rels/slide20.xml.rels><?xml version="1.0" encoding="UTF-8" standalone="yes"?>
<Relationships xmlns="http://schemas.openxmlformats.org/package/2006/relationships"><Relationship Id="rId9" Type="http://schemas.openxmlformats.org/officeDocument/2006/relationships/tags" Target="../tags/tag289.xml"/><Relationship Id="rId8" Type="http://schemas.openxmlformats.org/officeDocument/2006/relationships/tags" Target="../tags/tag288.xml"/><Relationship Id="rId7" Type="http://schemas.openxmlformats.org/officeDocument/2006/relationships/tags" Target="../tags/tag287.xml"/><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tags" Target="../tags/tag284.xml"/><Relationship Id="rId3" Type="http://schemas.openxmlformats.org/officeDocument/2006/relationships/tags" Target="../tags/tag283.xml"/><Relationship Id="rId2" Type="http://schemas.openxmlformats.org/officeDocument/2006/relationships/tags" Target="../tags/tag282.xml"/><Relationship Id="rId14" Type="http://schemas.openxmlformats.org/officeDocument/2006/relationships/notesSlide" Target="../notesSlides/notesSlide6.xml"/><Relationship Id="rId13" Type="http://schemas.openxmlformats.org/officeDocument/2006/relationships/slideLayout" Target="../slideLayouts/slideLayout13.xml"/><Relationship Id="rId12" Type="http://schemas.openxmlformats.org/officeDocument/2006/relationships/tags" Target="../tags/tag292.xml"/><Relationship Id="rId11" Type="http://schemas.openxmlformats.org/officeDocument/2006/relationships/tags" Target="../tags/tag291.xml"/><Relationship Id="rId10" Type="http://schemas.openxmlformats.org/officeDocument/2006/relationships/tags" Target="../tags/tag290.xml"/><Relationship Id="rId1" Type="http://schemas.openxmlformats.org/officeDocument/2006/relationships/tags" Target="../tags/tag281.xml"/></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3.xml"/><Relationship Id="rId7" Type="http://schemas.openxmlformats.org/officeDocument/2006/relationships/tags" Target="../tags/tag297.xml"/><Relationship Id="rId6" Type="http://schemas.openxmlformats.org/officeDocument/2006/relationships/image" Target="../media/image28.png"/><Relationship Id="rId5" Type="http://schemas.openxmlformats.org/officeDocument/2006/relationships/tags" Target="../tags/tag296.xml"/><Relationship Id="rId4" Type="http://schemas.openxmlformats.org/officeDocument/2006/relationships/tags" Target="../tags/tag295.xml"/><Relationship Id="rId3" Type="http://schemas.openxmlformats.org/officeDocument/2006/relationships/image" Target="../media/image27.jpeg"/><Relationship Id="rId2" Type="http://schemas.openxmlformats.org/officeDocument/2006/relationships/tags" Target="../tags/tag294.xml"/><Relationship Id="rId1" Type="http://schemas.openxmlformats.org/officeDocument/2006/relationships/tags" Target="../tags/tag293.xml"/></Relationships>
</file>

<file path=ppt/slides/_rels/slide22.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3.xml"/><Relationship Id="rId7" Type="http://schemas.openxmlformats.org/officeDocument/2006/relationships/tags" Target="../tags/tag302.xml"/><Relationship Id="rId6" Type="http://schemas.openxmlformats.org/officeDocument/2006/relationships/image" Target="../media/image30.png"/><Relationship Id="rId5" Type="http://schemas.openxmlformats.org/officeDocument/2006/relationships/tags" Target="../tags/tag301.xml"/><Relationship Id="rId4" Type="http://schemas.openxmlformats.org/officeDocument/2006/relationships/image" Target="../media/image29.jpeg"/><Relationship Id="rId3" Type="http://schemas.openxmlformats.org/officeDocument/2006/relationships/tags" Target="../tags/tag300.xml"/><Relationship Id="rId2" Type="http://schemas.openxmlformats.org/officeDocument/2006/relationships/tags" Target="../tags/tag299.xml"/><Relationship Id="rId1" Type="http://schemas.openxmlformats.org/officeDocument/2006/relationships/tags" Target="../tags/tag298.xml"/></Relationships>
</file>

<file path=ppt/slides/_rels/slide23.xml.rels><?xml version="1.0" encoding="UTF-8" standalone="yes"?>
<Relationships xmlns="http://schemas.openxmlformats.org/package/2006/relationships"><Relationship Id="rId9" Type="http://schemas.openxmlformats.org/officeDocument/2006/relationships/tags" Target="../tags/tag311.xml"/><Relationship Id="rId8" Type="http://schemas.openxmlformats.org/officeDocument/2006/relationships/tags" Target="../tags/tag310.xml"/><Relationship Id="rId7" Type="http://schemas.openxmlformats.org/officeDocument/2006/relationships/tags" Target="../tags/tag309.xml"/><Relationship Id="rId6" Type="http://schemas.openxmlformats.org/officeDocument/2006/relationships/tags" Target="../tags/tag308.xml"/><Relationship Id="rId5" Type="http://schemas.openxmlformats.org/officeDocument/2006/relationships/tags" Target="../tags/tag307.xml"/><Relationship Id="rId4" Type="http://schemas.openxmlformats.org/officeDocument/2006/relationships/tags" Target="../tags/tag306.xml"/><Relationship Id="rId3" Type="http://schemas.openxmlformats.org/officeDocument/2006/relationships/tags" Target="../tags/tag305.xml"/><Relationship Id="rId2" Type="http://schemas.openxmlformats.org/officeDocument/2006/relationships/tags" Target="../tags/tag304.xml"/><Relationship Id="rId12" Type="http://schemas.openxmlformats.org/officeDocument/2006/relationships/slideLayout" Target="../slideLayouts/slideLayout13.xml"/><Relationship Id="rId11" Type="http://schemas.openxmlformats.org/officeDocument/2006/relationships/tags" Target="../tags/tag313.xml"/><Relationship Id="rId10" Type="http://schemas.openxmlformats.org/officeDocument/2006/relationships/tags" Target="../tags/tag312.xml"/><Relationship Id="rId1" Type="http://schemas.openxmlformats.org/officeDocument/2006/relationships/tags" Target="../tags/tag303.xml"/></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319.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image" Target="../media/image31.jpeg"/><Relationship Id="rId3" Type="http://schemas.openxmlformats.org/officeDocument/2006/relationships/tags" Target="../tags/tag316.xml"/><Relationship Id="rId2" Type="http://schemas.openxmlformats.org/officeDocument/2006/relationships/tags" Target="../tags/tag315.xml"/><Relationship Id="rId1" Type="http://schemas.openxmlformats.org/officeDocument/2006/relationships/tags" Target="../tags/tag314.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19.xml"/><Relationship Id="rId5" Type="http://schemas.openxmlformats.org/officeDocument/2006/relationships/tags" Target="../tags/tag323.xml"/><Relationship Id="rId4" Type="http://schemas.openxmlformats.org/officeDocument/2006/relationships/image" Target="../media/image2.png"/><Relationship Id="rId3" Type="http://schemas.openxmlformats.org/officeDocument/2006/relationships/tags" Target="../tags/tag322.xml"/><Relationship Id="rId2" Type="http://schemas.openxmlformats.org/officeDocument/2006/relationships/tags" Target="../tags/tag321.xml"/><Relationship Id="rId1" Type="http://schemas.openxmlformats.org/officeDocument/2006/relationships/tags" Target="../tags/tag320.xml"/></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329.xml"/><Relationship Id="rId6" Type="http://schemas.openxmlformats.org/officeDocument/2006/relationships/image" Target="../media/image32.jpeg"/><Relationship Id="rId5" Type="http://schemas.openxmlformats.org/officeDocument/2006/relationships/tags" Target="../tags/tag328.xml"/><Relationship Id="rId4" Type="http://schemas.openxmlformats.org/officeDocument/2006/relationships/tags" Target="../tags/tag327.xml"/><Relationship Id="rId3" Type="http://schemas.openxmlformats.org/officeDocument/2006/relationships/tags" Target="../tags/tag326.xml"/><Relationship Id="rId2" Type="http://schemas.openxmlformats.org/officeDocument/2006/relationships/tags" Target="../tags/tag325.xml"/><Relationship Id="rId1" Type="http://schemas.openxmlformats.org/officeDocument/2006/relationships/tags" Target="../tags/tag32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3282950" y="-73025"/>
            <a:ext cx="8909050" cy="5921375"/>
          </a:xfrm>
          <a:prstGeom prst="rect">
            <a:avLst/>
          </a:prstGeom>
        </p:spPr>
      </p:pic>
      <p:sp>
        <p:nvSpPr>
          <p:cNvPr id="6" name="矩形 5"/>
          <p:cNvSpPr/>
          <p:nvPr/>
        </p:nvSpPr>
        <p:spPr>
          <a:xfrm>
            <a:off x="1" y="-72571"/>
            <a:ext cx="8766628" cy="6858000"/>
          </a:xfrm>
          <a:prstGeom prst="rect">
            <a:avLst/>
          </a:prstGeom>
          <a:gradFill>
            <a:gsLst>
              <a:gs pos="65000">
                <a:schemeClr val="bg1">
                  <a:alpha val="50000"/>
                </a:schemeClr>
              </a:gs>
              <a:gs pos="30000">
                <a:schemeClr val="bg1"/>
              </a:gs>
              <a:gs pos="100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p:cNvSpPr txBox="1"/>
          <p:nvPr/>
        </p:nvSpPr>
        <p:spPr>
          <a:xfrm>
            <a:off x="390693" y="966197"/>
            <a:ext cx="4085772" cy="584775"/>
          </a:xfrm>
          <a:prstGeom prst="rect">
            <a:avLst/>
          </a:prstGeom>
          <a:noFill/>
        </p:spPr>
        <p:txBody>
          <a:bodyPr wrap="square" rtlCol="0">
            <a:spAutoFit/>
          </a:bodyPr>
          <a:lstStyle/>
          <a:p>
            <a:r>
              <a:rPr lang="zh-CN" altLang="en-US" sz="3200" b="1" dirty="0">
                <a:solidFill>
                  <a:srgbClr val="FF0000"/>
                </a:solidFill>
                <a:latin typeface="微软雅黑" panose="020B0503020204020204" charset="-122"/>
                <a:ea typeface="微软雅黑" panose="020B0503020204020204" charset="-122"/>
              </a:rPr>
              <a:t>学士学位论文答辩</a:t>
            </a:r>
            <a:endParaRPr lang="zh-CN" altLang="en-US" sz="3200" b="1" dirty="0">
              <a:solidFill>
                <a:srgbClr val="FF0000"/>
              </a:solidFill>
              <a:latin typeface="微软雅黑" panose="020B0503020204020204" charset="-122"/>
              <a:ea typeface="微软雅黑" panose="020B0503020204020204" charset="-122"/>
            </a:endParaRPr>
          </a:p>
        </p:txBody>
      </p:sp>
      <p:sp>
        <p:nvSpPr>
          <p:cNvPr id="10" name="文本框 9"/>
          <p:cNvSpPr txBox="1"/>
          <p:nvPr/>
        </p:nvSpPr>
        <p:spPr>
          <a:xfrm>
            <a:off x="440690" y="1924050"/>
            <a:ext cx="4646295" cy="953135"/>
          </a:xfrm>
          <a:prstGeom prst="rect">
            <a:avLst/>
          </a:prstGeom>
          <a:noFill/>
        </p:spPr>
        <p:txBody>
          <a:bodyPr wrap="square" rtlCol="0">
            <a:spAutoFit/>
          </a:bodyPr>
          <a:lstStyle/>
          <a:p>
            <a:r>
              <a:rPr lang="zh-CN" altLang="en-US" sz="2800" b="1" dirty="0">
                <a:solidFill>
                  <a:schemeClr val="accent1"/>
                </a:solidFill>
                <a:latin typeface="微软雅黑" panose="020B0503020204020204" charset="-122"/>
                <a:ea typeface="微软雅黑" panose="020B0503020204020204" charset="-122"/>
              </a:rPr>
              <a:t>论文题目：</a:t>
            </a:r>
            <a:r>
              <a:rPr lang="zh-CN" altLang="en-US" sz="2800" b="1" dirty="0">
                <a:solidFill>
                  <a:schemeClr val="accent1"/>
                </a:solidFill>
                <a:latin typeface="微软雅黑" panose="020B0503020204020204" charset="-122"/>
                <a:ea typeface="微软雅黑" panose="020B0503020204020204" charset="-122"/>
                <a:sym typeface="+mn-ea"/>
              </a:rPr>
              <a:t>基于taro的“兵+”微信小程序的设计与实现</a:t>
            </a:r>
            <a:endParaRPr lang="en-US" altLang="zh-CN" sz="2800" b="1" dirty="0">
              <a:solidFill>
                <a:schemeClr val="accent1"/>
              </a:solidFill>
              <a:latin typeface="微软雅黑" panose="020B0503020204020204" charset="-122"/>
              <a:ea typeface="微软雅黑" panose="020B0503020204020204" charset="-122"/>
            </a:endParaRPr>
          </a:p>
        </p:txBody>
      </p:sp>
      <p:graphicFrame>
        <p:nvGraphicFramePr>
          <p:cNvPr id="12" name="表格 11"/>
          <p:cNvGraphicFramePr>
            <a:graphicFrameLocks noGrp="1"/>
          </p:cNvGraphicFramePr>
          <p:nvPr/>
        </p:nvGraphicFramePr>
        <p:xfrm>
          <a:off x="177968" y="4365226"/>
          <a:ext cx="3684614" cy="1467930"/>
        </p:xfrm>
        <a:graphic>
          <a:graphicData uri="http://schemas.openxmlformats.org/drawingml/2006/table">
            <a:tbl>
              <a:tblPr firstRow="1" bandRow="1">
                <a:tableStyleId>{5C22544A-7EE6-4342-B048-85BDC9FD1C3A}</a:tableStyleId>
              </a:tblPr>
              <a:tblGrid>
                <a:gridCol w="1165543"/>
                <a:gridCol w="2519071"/>
              </a:tblGrid>
              <a:tr h="353521">
                <a:tc>
                  <a:txBody>
                    <a:bodyPr/>
                    <a:lstStyle/>
                    <a:p>
                      <a:pPr algn="dist">
                        <a:lnSpc>
                          <a:spcPts val="2200"/>
                        </a:lnSpc>
                      </a:pPr>
                      <a:r>
                        <a:rPr lang="zh-CN" altLang="en-US" b="1" dirty="0">
                          <a:solidFill>
                            <a:schemeClr val="tx1"/>
                          </a:solidFill>
                          <a:latin typeface="微软雅黑" panose="020B0503020204020204" charset="-122"/>
                          <a:ea typeface="微软雅黑" panose="020B0503020204020204" charset="-122"/>
                        </a:rPr>
                        <a:t>姓名</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2200"/>
                        </a:lnSpc>
                      </a:pPr>
                      <a:r>
                        <a:rPr lang="zh-CN" altLang="en-US" b="1" dirty="0">
                          <a:solidFill>
                            <a:schemeClr val="tx1"/>
                          </a:solidFill>
                          <a:latin typeface="微软雅黑" panose="020B0503020204020204" charset="-122"/>
                          <a:ea typeface="微软雅黑" panose="020B0503020204020204" charset="-122"/>
                        </a:rPr>
                        <a:t>范其东</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dist">
                        <a:lnSpc>
                          <a:spcPts val="2200"/>
                        </a:lnSpc>
                      </a:pPr>
                      <a:r>
                        <a:rPr lang="zh-CN" altLang="en-US" b="1" dirty="0">
                          <a:solidFill>
                            <a:schemeClr val="tx1"/>
                          </a:solidFill>
                          <a:latin typeface="微软雅黑" panose="020B0503020204020204" charset="-122"/>
                          <a:ea typeface="微软雅黑" panose="020B0503020204020204" charset="-122"/>
                        </a:rPr>
                        <a:t>专业</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2200"/>
                        </a:lnSpc>
                      </a:pPr>
                      <a:r>
                        <a:rPr lang="zh-CN" altLang="en-US" b="1" dirty="0">
                          <a:solidFill>
                            <a:schemeClr val="tx1"/>
                          </a:solidFill>
                          <a:latin typeface="微软雅黑" panose="020B0503020204020204" charset="-122"/>
                          <a:ea typeface="微软雅黑" panose="020B0503020204020204" charset="-122"/>
                        </a:rPr>
                        <a:t>软件工程</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dist">
                        <a:lnSpc>
                          <a:spcPts val="2200"/>
                        </a:lnSpc>
                      </a:pPr>
                      <a:r>
                        <a:rPr lang="zh-CN" altLang="en-US" b="1" dirty="0">
                          <a:solidFill>
                            <a:schemeClr val="tx1"/>
                          </a:solidFill>
                          <a:latin typeface="微软雅黑" panose="020B0503020204020204" charset="-122"/>
                          <a:ea typeface="微软雅黑" panose="020B0503020204020204" charset="-122"/>
                        </a:rPr>
                        <a:t>指导老师</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2200"/>
                        </a:lnSpc>
                      </a:pPr>
                      <a:r>
                        <a:rPr lang="zh-CN" altLang="en-US" b="1" dirty="0">
                          <a:solidFill>
                            <a:schemeClr val="tx1"/>
                          </a:solidFill>
                          <a:latin typeface="微软雅黑" panose="020B0503020204020204" charset="-122"/>
                          <a:ea typeface="微软雅黑" panose="020B0503020204020204" charset="-122"/>
                        </a:rPr>
                        <a:t>余小军</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dist">
                        <a:lnSpc>
                          <a:spcPts val="2200"/>
                        </a:lnSpc>
                      </a:pPr>
                      <a:r>
                        <a:rPr lang="zh-CN" altLang="en-US" b="1" dirty="0">
                          <a:solidFill>
                            <a:schemeClr val="tx1"/>
                          </a:solidFill>
                          <a:latin typeface="微软雅黑" panose="020B0503020204020204" charset="-122"/>
                          <a:ea typeface="微软雅黑" panose="020B0503020204020204" charset="-122"/>
                        </a:rPr>
                        <a:t>答辩日期</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2200"/>
                        </a:lnSpc>
                      </a:pPr>
                      <a:r>
                        <a:rPr lang="en-US" altLang="zh-CN" b="1" dirty="0">
                          <a:solidFill>
                            <a:schemeClr val="tx1"/>
                          </a:solidFill>
                          <a:latin typeface="微软雅黑" panose="020B0503020204020204" charset="-122"/>
                          <a:ea typeface="微软雅黑" panose="020B0503020204020204" charset="-122"/>
                        </a:rPr>
                        <a:t>2026-05-30</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21" name="灯片编号占位符 20"/>
          <p:cNvSpPr>
            <a:spLocks noGrp="1"/>
          </p:cNvSpPr>
          <p:nvPr>
            <p:ph type="sldNum" sz="quarter" idx="12"/>
          </p:nvPr>
        </p:nvSpPr>
        <p:spPr/>
        <p:txBody>
          <a:bodyPr/>
          <a:lstStyle/>
          <a:p>
            <a:fld id="{C730C15E-7DE8-4003-AC2F-632DCF856F49}" type="slidenum">
              <a:rPr lang="zh-CN" altLang="en-US" smtClean="0">
                <a:solidFill>
                  <a:schemeClr val="tx1"/>
                </a:solidFill>
              </a:rPr>
            </a:fld>
            <a:endParaRPr lang="zh-CN" altLang="en-US" dirty="0">
              <a:solidFill>
                <a:schemeClr val="tx1"/>
              </a:solidFill>
            </a:endParaRPr>
          </a:p>
        </p:txBody>
      </p:sp>
      <p:pic>
        <p:nvPicPr>
          <p:cNvPr id="2" name="图片 1"/>
          <p:cNvPicPr>
            <a:picLocks noChangeAspect="1"/>
          </p:cNvPicPr>
          <p:nvPr/>
        </p:nvPicPr>
        <p:blipFill>
          <a:blip r:embed="rId2"/>
          <a:stretch>
            <a:fillRect/>
          </a:stretch>
        </p:blipFill>
        <p:spPr>
          <a:xfrm>
            <a:off x="0" y="-72390"/>
            <a:ext cx="3047365"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a:blip r:embed="rId2"/>
          <a:stretch>
            <a:fillRect/>
          </a:stretch>
        </p:blipFill>
        <p:spPr>
          <a:xfrm>
            <a:off x="0" y="38735"/>
            <a:ext cx="4267200" cy="6819900"/>
          </a:xfrm>
          <a:prstGeom prst="rect">
            <a:avLst/>
          </a:prstGeom>
        </p:spPr>
      </p:pic>
      <p:sp>
        <p:nvSpPr>
          <p:cNvPr id="2" name="矩形 1"/>
          <p:cNvSpPr/>
          <p:nvPr>
            <p:custDataLst>
              <p:tags r:id="rId3"/>
            </p:custDataLst>
          </p:nvPr>
        </p:nvSpPr>
        <p:spPr>
          <a:xfrm>
            <a:off x="0" y="0"/>
            <a:ext cx="4267200" cy="6859270"/>
          </a:xfrm>
          <a:prstGeom prst="rect">
            <a:avLst/>
          </a:prstGeom>
          <a:gradFill>
            <a:gsLst>
              <a:gs pos="0">
                <a:schemeClr val="accent1">
                  <a:lumMod val="75000"/>
                </a:schemeClr>
              </a:gs>
              <a:gs pos="30000">
                <a:schemeClr val="accent1">
                  <a:lumMod val="60000"/>
                  <a:lumOff val="40000"/>
                </a:schemeClr>
              </a:gs>
              <a:gs pos="100000">
                <a:schemeClr val="accent1">
                  <a:lumMod val="40000"/>
                  <a:lumOff val="60000"/>
                  <a:alpha val="40000"/>
                </a:schemeClr>
              </a:gs>
            </a:gsLst>
            <a:lin ang="5400000" scaled="0"/>
          </a:gra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 name="文本框 3"/>
          <p:cNvSpPr txBox="1"/>
          <p:nvPr>
            <p:custDataLst>
              <p:tags r:id="rId4"/>
            </p:custDataLst>
          </p:nvPr>
        </p:nvSpPr>
        <p:spPr>
          <a:xfrm>
            <a:off x="1215582" y="309584"/>
            <a:ext cx="1969682" cy="768350"/>
          </a:xfrm>
          <a:prstGeom prst="rect">
            <a:avLst/>
          </a:prstGeom>
          <a:noFill/>
        </p:spPr>
        <p:txBody>
          <a:bodyPr wrap="square">
            <a:spAutoFit/>
          </a:bodyPr>
          <a:lstStyle/>
          <a:p>
            <a:pPr algn="dist"/>
            <a:r>
              <a:rPr lang="zh-CN" altLang="en-US" sz="4400" b="1" dirty="0">
                <a:solidFill>
                  <a:schemeClr val="bg1"/>
                </a:solidFill>
                <a:latin typeface="微软雅黑" panose="020B0503020204020204" charset="-122"/>
                <a:ea typeface="微软雅黑" panose="020B0503020204020204" charset="-122"/>
              </a:rPr>
              <a:t>目录</a:t>
            </a:r>
            <a:endParaRPr lang="zh-CN" altLang="en-US" sz="4400" b="1" dirty="0">
              <a:solidFill>
                <a:schemeClr val="bg1"/>
              </a:solidFill>
              <a:latin typeface="微软雅黑" panose="020B0503020204020204" charset="-122"/>
              <a:ea typeface="微软雅黑" panose="020B0503020204020204" charset="-122"/>
            </a:endParaRPr>
          </a:p>
        </p:txBody>
      </p:sp>
      <p:sp>
        <p:nvSpPr>
          <p:cNvPr id="6" name="文本框 5"/>
          <p:cNvSpPr txBox="1"/>
          <p:nvPr>
            <p:custDataLst>
              <p:tags r:id="rId5"/>
            </p:custDataLst>
          </p:nvPr>
        </p:nvSpPr>
        <p:spPr>
          <a:xfrm>
            <a:off x="749804" y="1295820"/>
            <a:ext cx="3136189" cy="583565"/>
          </a:xfrm>
          <a:prstGeom prst="rect">
            <a:avLst/>
          </a:prstGeom>
          <a:noFill/>
        </p:spPr>
        <p:txBody>
          <a:bodyPr wrap="square" rtlCol="0">
            <a:spAutoFit/>
          </a:bodyPr>
          <a:lstStyle/>
          <a:p>
            <a:r>
              <a:rPr lang="en-US" altLang="zh-CN" sz="3200" b="1" dirty="0">
                <a:solidFill>
                  <a:schemeClr val="bg1"/>
                </a:solidFill>
                <a:latin typeface="Times New Roman" panose="02020503050405090304" pitchFamily="18" charset="0"/>
                <a:ea typeface="微软雅黑" panose="020B0503020204020204" charset="-122"/>
                <a:cs typeface="Times New Roman" panose="02020503050405090304" pitchFamily="18" charset="0"/>
              </a:rPr>
              <a:t>C O N T E N T S</a:t>
            </a:r>
            <a:endParaRPr lang="zh-CN" altLang="en-US" sz="3200" b="1" dirty="0">
              <a:solidFill>
                <a:schemeClr val="bg1"/>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1" name="文本框 10"/>
          <p:cNvSpPr txBox="1"/>
          <p:nvPr>
            <p:custDataLst>
              <p:tags r:id="rId6"/>
            </p:custDataLst>
          </p:nvPr>
        </p:nvSpPr>
        <p:spPr>
          <a:xfrm>
            <a:off x="5556885" y="1161415"/>
            <a:ext cx="5679440" cy="5077460"/>
          </a:xfrm>
          <a:prstGeom prst="rect">
            <a:avLst/>
          </a:prstGeom>
          <a:noFill/>
        </p:spPr>
        <p:txBody>
          <a:bodyPr wrap="square">
            <a:spAutoFit/>
          </a:bodyPr>
          <a:lstStyle/>
          <a:p>
            <a:pPr>
              <a:lnSpc>
                <a:spcPct val="150000"/>
              </a:lnSpc>
            </a:pPr>
            <a:r>
              <a:rPr lang="en-US" altLang="zh-CN" sz="3600" b="1" dirty="0">
                <a:solidFill>
                  <a:schemeClr val="accent1">
                    <a:lumMod val="75000"/>
                  </a:schemeClr>
                </a:solidFill>
                <a:latin typeface="微软雅黑" panose="020B0503020204020204" charset="-122"/>
                <a:ea typeface="微软雅黑" panose="020B0503020204020204" charset="-122"/>
              </a:rPr>
              <a:t>01 </a:t>
            </a:r>
            <a:r>
              <a:rPr lang="zh-CN" altLang="en-US" sz="3600" b="1" dirty="0">
                <a:solidFill>
                  <a:schemeClr val="accent1">
                    <a:lumMod val="75000"/>
                  </a:schemeClr>
                </a:solidFill>
                <a:latin typeface="微软雅黑" panose="020B0503020204020204" charset="-122"/>
                <a:ea typeface="微软雅黑" panose="020B0503020204020204" charset="-122"/>
              </a:rPr>
              <a:t>绪论</a:t>
            </a:r>
            <a:r>
              <a:rPr lang="en-US" altLang="zh-CN" sz="3600" b="1" dirty="0">
                <a:solidFill>
                  <a:schemeClr val="accent1">
                    <a:lumMod val="75000"/>
                  </a:schemeClr>
                </a:solidFill>
                <a:latin typeface="微软雅黑" panose="020B0503020204020204" charset="-122"/>
                <a:ea typeface="微软雅黑" panose="020B0503020204020204" charset="-122"/>
              </a:rPr>
              <a:t>
02 </a:t>
            </a:r>
            <a:r>
              <a:rPr lang="zh-CN" altLang="en-US" sz="3600" b="1" dirty="0">
                <a:solidFill>
                  <a:schemeClr val="accent1">
                    <a:lumMod val="75000"/>
                  </a:schemeClr>
                </a:solidFill>
                <a:latin typeface="微软雅黑" panose="020B0503020204020204" charset="-122"/>
                <a:ea typeface="微软雅黑" panose="020B0503020204020204" charset="-122"/>
              </a:rPr>
              <a:t>需求分析</a:t>
            </a:r>
            <a:r>
              <a:rPr lang="en-US" altLang="zh-CN" sz="3600" b="1" dirty="0">
                <a:solidFill>
                  <a:schemeClr val="accent1">
                    <a:lumMod val="75000"/>
                  </a:schemeClr>
                </a:solidFill>
                <a:latin typeface="微软雅黑" panose="020B0503020204020204" charset="-122"/>
                <a:ea typeface="微软雅黑" panose="020B0503020204020204" charset="-122"/>
              </a:rPr>
              <a:t>
03 </a:t>
            </a:r>
            <a:r>
              <a:rPr lang="zh-CN" altLang="en-US" sz="3600" b="1" dirty="0">
                <a:solidFill>
                  <a:schemeClr val="accent1">
                    <a:lumMod val="75000"/>
                  </a:schemeClr>
                </a:solidFill>
                <a:latin typeface="微软雅黑" panose="020B0503020204020204" charset="-122"/>
                <a:ea typeface="微软雅黑" panose="020B0503020204020204" charset="-122"/>
              </a:rPr>
              <a:t>系统设计</a:t>
            </a:r>
            <a:r>
              <a:rPr lang="en-US" altLang="zh-CN" sz="3600" b="1" dirty="0">
                <a:solidFill>
                  <a:schemeClr val="accent1">
                    <a:lumMod val="75000"/>
                  </a:schemeClr>
                </a:solidFill>
                <a:latin typeface="微软雅黑" panose="020B0503020204020204" charset="-122"/>
                <a:ea typeface="微软雅黑" panose="020B0503020204020204" charset="-122"/>
              </a:rPr>
              <a:t>
</a:t>
            </a:r>
            <a:r>
              <a:rPr lang="en-US" altLang="zh-CN" sz="3600" b="1" dirty="0">
                <a:solidFill>
                  <a:schemeClr val="accent1">
                    <a:lumMod val="75000"/>
                  </a:schemeClr>
                </a:solidFill>
                <a:latin typeface="微软雅黑" panose="020B0503020204020204" charset="-122"/>
                <a:ea typeface="微软雅黑" panose="020B0503020204020204" charset="-122"/>
                <a:sym typeface="+mn-ea"/>
              </a:rPr>
              <a:t>04 </a:t>
            </a:r>
            <a:r>
              <a:rPr lang="zh-CN" altLang="en-US" sz="3600" b="1" dirty="0">
                <a:solidFill>
                  <a:schemeClr val="accent1">
                    <a:lumMod val="75000"/>
                  </a:schemeClr>
                </a:solidFill>
                <a:latin typeface="微软雅黑" panose="020B0503020204020204" charset="-122"/>
                <a:ea typeface="微软雅黑" panose="020B0503020204020204" charset="-122"/>
                <a:sym typeface="+mn-ea"/>
              </a:rPr>
              <a:t>系统</a:t>
            </a:r>
            <a:r>
              <a:rPr lang="zh-CN" altLang="en-US" sz="3600" b="1" dirty="0">
                <a:solidFill>
                  <a:schemeClr val="accent1">
                    <a:lumMod val="75000"/>
                  </a:schemeClr>
                </a:solidFill>
                <a:latin typeface="微软雅黑" panose="020B0503020204020204" charset="-122"/>
                <a:ea typeface="微软雅黑" panose="020B0503020204020204" charset="-122"/>
                <a:sym typeface="+mn-ea"/>
              </a:rPr>
              <a:t>测试</a:t>
            </a:r>
            <a:endParaRPr lang="zh-CN" altLang="en-US" sz="3600" b="1" dirty="0">
              <a:solidFill>
                <a:schemeClr val="accent1">
                  <a:lumMod val="75000"/>
                </a:schemeClr>
              </a:solidFill>
              <a:latin typeface="微软雅黑" panose="020B0503020204020204" charset="-122"/>
              <a:ea typeface="微软雅黑" panose="020B0503020204020204" charset="-122"/>
              <a:sym typeface="+mn-ea"/>
            </a:endParaRPr>
          </a:p>
          <a:p>
            <a:pPr>
              <a:lnSpc>
                <a:spcPct val="150000"/>
              </a:lnSpc>
            </a:pPr>
            <a:r>
              <a:rPr lang="en-US" altLang="zh-CN" sz="3600" b="1" dirty="0">
                <a:solidFill>
                  <a:schemeClr val="accent1">
                    <a:lumMod val="75000"/>
                  </a:schemeClr>
                </a:solidFill>
                <a:latin typeface="微软雅黑" panose="020B0503020204020204" charset="-122"/>
                <a:ea typeface="微软雅黑" panose="020B0503020204020204" charset="-122"/>
                <a:sym typeface="+mn-ea"/>
              </a:rPr>
              <a:t>05 </a:t>
            </a:r>
            <a:r>
              <a:rPr lang="zh-CN" altLang="en-US" sz="3600" b="1" dirty="0">
                <a:solidFill>
                  <a:schemeClr val="accent1">
                    <a:lumMod val="75000"/>
                  </a:schemeClr>
                </a:solidFill>
                <a:latin typeface="微软雅黑" panose="020B0503020204020204" charset="-122"/>
                <a:ea typeface="微软雅黑" panose="020B0503020204020204" charset="-122"/>
                <a:sym typeface="+mn-ea"/>
              </a:rPr>
              <a:t>总结</a:t>
            </a:r>
            <a:endParaRPr lang="zh-CN" altLang="en-US" sz="3600" b="1" dirty="0">
              <a:solidFill>
                <a:schemeClr val="accent1">
                  <a:lumMod val="75000"/>
                </a:schemeClr>
              </a:solidFill>
              <a:latin typeface="微软雅黑" panose="020B0503020204020204" charset="-122"/>
              <a:ea typeface="微软雅黑" panose="020B0503020204020204" charset="-122"/>
              <a:sym typeface="+mn-ea"/>
            </a:endParaRPr>
          </a:p>
          <a:p>
            <a:pPr>
              <a:lnSpc>
                <a:spcPct val="150000"/>
              </a:lnSpc>
            </a:pPr>
            <a:endParaRPr lang="en-US" altLang="zh-CN" sz="3600" b="1" dirty="0">
              <a:solidFill>
                <a:schemeClr val="accent1">
                  <a:lumMod val="75000"/>
                </a:schemeClr>
              </a:solidFill>
              <a:latin typeface="微软雅黑" panose="020B0503020204020204" charset="-122"/>
              <a:ea typeface="微软雅黑" panose="020B0503020204020204" charset="-122"/>
            </a:endParaRPr>
          </a:p>
        </p:txBody>
      </p:sp>
      <p:sp>
        <p:nvSpPr>
          <p:cNvPr id="14" name="灯片编号占位符 13"/>
          <p:cNvSpPr>
            <a:spLocks noGrp="1"/>
          </p:cNvSpPr>
          <p:nvPr>
            <p:ph type="sldNum" sz="quarter" idx="12"/>
            <p:custDataLst>
              <p:tags r:id="rId7"/>
            </p:custDataLst>
          </p:nvPr>
        </p:nvSpPr>
        <p:spPr/>
        <p:txBody>
          <a:bodyPr/>
          <a:lstStyle/>
          <a:p>
            <a:fld id="{C730C15E-7DE8-4003-AC2F-632DCF856F49}" type="slidenum">
              <a:rPr lang="zh-CN" altLang="en-US" smtClean="0"/>
            </a:fld>
            <a:endParaRPr lang="zh-CN" altLang="en-US" dirty="0"/>
          </a:p>
        </p:txBody>
      </p:sp>
      <p:pic>
        <p:nvPicPr>
          <p:cNvPr id="3" name="图片 2"/>
          <p:cNvPicPr>
            <a:picLocks noChangeAspect="1"/>
          </p:cNvPicPr>
          <p:nvPr>
            <p:custDataLst>
              <p:tags r:id="rId8"/>
            </p:custDataLst>
          </p:nvPr>
        </p:nvPicPr>
        <p:blipFill>
          <a:blip r:embed="rId9"/>
          <a:stretch>
            <a:fillRect/>
          </a:stretch>
        </p:blipFill>
        <p:spPr>
          <a:xfrm>
            <a:off x="9144635" y="0"/>
            <a:ext cx="3047365" cy="914400"/>
          </a:xfrm>
          <a:prstGeom prst="rect">
            <a:avLst/>
          </a:prstGeom>
        </p:spPr>
      </p:pic>
    </p:spTree>
    <p:custDataLst>
      <p:tags r:id="rId10"/>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4611200" y="2322236"/>
            <a:ext cx="3085171" cy="922020"/>
          </a:xfrm>
          <a:prstGeom prst="rect">
            <a:avLst/>
          </a:prstGeom>
          <a:noFill/>
        </p:spPr>
        <p:txBody>
          <a:bodyPr wrap="square">
            <a:spAutoFit/>
          </a:bodyPr>
          <a:lstStyle/>
          <a:p>
            <a:pPr algn="ctr">
              <a:lnSpc>
                <a:spcPct val="150000"/>
              </a:lnSpc>
            </a:pPr>
            <a:r>
              <a:rPr lang="en-US" altLang="zh-CN" sz="3600" b="1" dirty="0">
                <a:solidFill>
                  <a:schemeClr val="accent1">
                    <a:lumMod val="75000"/>
                  </a:schemeClr>
                </a:solidFill>
                <a:latin typeface="微软雅黑" panose="020B0503020204020204" charset="-122"/>
                <a:ea typeface="微软雅黑" panose="020B0503020204020204" charset="-122"/>
              </a:rPr>
              <a:t>01 .  </a:t>
            </a:r>
            <a:r>
              <a:rPr lang="zh-CN" altLang="en-US" sz="3600" b="1" dirty="0">
                <a:solidFill>
                  <a:schemeClr val="accent1">
                    <a:lumMod val="75000"/>
                  </a:schemeClr>
                </a:solidFill>
                <a:latin typeface="微软雅黑" panose="020B0503020204020204" charset="-122"/>
                <a:ea typeface="微软雅黑" panose="020B0503020204020204" charset="-122"/>
              </a:rPr>
              <a:t>绪论</a:t>
            </a:r>
            <a:endParaRPr lang="zh-CN" altLang="en-US" sz="3600" b="1" dirty="0">
              <a:solidFill>
                <a:schemeClr val="accent1">
                  <a:lumMod val="75000"/>
                </a:schemeClr>
              </a:solidFill>
              <a:latin typeface="微软雅黑" panose="020B0503020204020204" charset="-122"/>
              <a:ea typeface="微软雅黑" panose="020B0503020204020204" charset="-122"/>
            </a:endParaRPr>
          </a:p>
        </p:txBody>
      </p:sp>
      <p:sp>
        <p:nvSpPr>
          <p:cNvPr id="6" name="灯片编号占位符 5"/>
          <p:cNvSpPr>
            <a:spLocks noGrp="1"/>
          </p:cNvSpPr>
          <p:nvPr>
            <p:ph type="sldNum" sz="quarter" idx="12"/>
            <p:custDataLst>
              <p:tags r:id="rId2"/>
            </p:custDataLst>
          </p:nvPr>
        </p:nvSpPr>
        <p:spPr/>
        <p:txBody>
          <a:bodyPr/>
          <a:lstStyle/>
          <a:p>
            <a:fld id="{C730C15E-7DE8-4003-AC2F-632DCF856F49}" type="slidenum">
              <a:rPr lang="zh-CN" altLang="en-US" smtClean="0"/>
            </a:fld>
            <a:endParaRPr lang="zh-CN" altLang="en-US" dirty="0"/>
          </a:p>
        </p:txBody>
      </p:sp>
      <p:pic>
        <p:nvPicPr>
          <p:cNvPr id="5" name="图片 4"/>
          <p:cNvPicPr>
            <a:picLocks noChangeAspect="1"/>
          </p:cNvPicPr>
          <p:nvPr>
            <p:custDataLst>
              <p:tags r:id="rId3"/>
            </p:custDataLst>
          </p:nvPr>
        </p:nvPicPr>
        <p:blipFill>
          <a:blip r:embed="rId4"/>
          <a:stretch>
            <a:fillRect/>
          </a:stretch>
        </p:blipFill>
        <p:spPr>
          <a:xfrm>
            <a:off x="0" y="19050"/>
            <a:ext cx="3047365" cy="914400"/>
          </a:xfrm>
          <a:prstGeom prst="rect">
            <a:avLst/>
          </a:prstGeom>
        </p:spPr>
      </p:pic>
      <p:sp>
        <p:nvSpPr>
          <p:cNvPr id="2" name="文本框 1"/>
          <p:cNvSpPr txBox="1"/>
          <p:nvPr/>
        </p:nvSpPr>
        <p:spPr>
          <a:xfrm>
            <a:off x="5438775" y="3495675"/>
            <a:ext cx="6096000" cy="460375"/>
          </a:xfrm>
          <a:prstGeom prst="rect">
            <a:avLst/>
          </a:prstGeom>
          <a:noFill/>
        </p:spPr>
        <p:txBody>
          <a:bodyPr wrap="square" rtlCol="0" anchor="t">
            <a:spAutoFit/>
          </a:bodyPr>
          <a:p>
            <a:r>
              <a:rPr lang="zh-CN" altLang="en-US" sz="2400" b="1" dirty="0">
                <a:solidFill>
                  <a:schemeClr val="accent1">
                    <a:lumMod val="75000"/>
                  </a:schemeClr>
                </a:solidFill>
                <a:latin typeface="微软雅黑" panose="020B0503020204020204" charset="-122"/>
                <a:ea typeface="微软雅黑" panose="020B0503020204020204" charset="-122"/>
                <a:sym typeface="+mn-ea"/>
              </a:rPr>
              <a:t>1.1 研究背景及意义</a:t>
            </a:r>
            <a:endParaRPr lang="zh-CN" altLang="en-US" sz="2400" b="1" dirty="0">
              <a:solidFill>
                <a:schemeClr val="accent1">
                  <a:lumMod val="75000"/>
                </a:schemeClr>
              </a:solidFill>
              <a:latin typeface="微软雅黑" panose="020B0503020204020204" charset="-122"/>
              <a:ea typeface="微软雅黑" panose="020B0503020204020204" charset="-122"/>
              <a:sym typeface="+mn-ea"/>
            </a:endParaRPr>
          </a:p>
        </p:txBody>
      </p:sp>
      <p:sp>
        <p:nvSpPr>
          <p:cNvPr id="3" name="文本框 2"/>
          <p:cNvSpPr txBox="1"/>
          <p:nvPr/>
        </p:nvSpPr>
        <p:spPr>
          <a:xfrm>
            <a:off x="5438775" y="4053205"/>
            <a:ext cx="4064000" cy="365760"/>
          </a:xfrm>
          <a:prstGeom prst="rect">
            <a:avLst/>
          </a:prstGeom>
          <a:noFill/>
        </p:spPr>
        <p:txBody>
          <a:bodyPr wrap="square" rtlCol="0">
            <a:noAutofit/>
          </a:bodyPr>
          <a:p>
            <a:r>
              <a:rPr lang="zh-CN" altLang="en-US" sz="2400" b="1" dirty="0">
                <a:solidFill>
                  <a:schemeClr val="accent1">
                    <a:lumMod val="75000"/>
                  </a:schemeClr>
                </a:solidFill>
                <a:latin typeface="微软雅黑" panose="020B0503020204020204" charset="-122"/>
                <a:ea typeface="微软雅黑" panose="020B0503020204020204" charset="-122"/>
                <a:sym typeface="+mn-ea"/>
              </a:rPr>
              <a:t>1.2 国内外研究现状</a:t>
            </a:r>
            <a:endParaRPr lang="zh-CN" altLang="en-US" sz="2400" b="1" dirty="0">
              <a:solidFill>
                <a:schemeClr val="accent1">
                  <a:lumMod val="75000"/>
                </a:schemeClr>
              </a:solidFill>
              <a:latin typeface="微软雅黑" panose="020B0503020204020204" charset="-122"/>
              <a:ea typeface="微软雅黑" panose="020B0503020204020204" charset="-122"/>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矩形 2"/>
          <p:cNvSpPr/>
          <p:nvPr>
            <p:custDataLst>
              <p:tags r:id="rId1"/>
            </p:custDataLst>
          </p:nvPr>
        </p:nvSpPr>
        <p:spPr>
          <a:xfrm>
            <a:off x="10372725" y="5548033"/>
            <a:ext cx="1195070" cy="735965"/>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标题 3"/>
          <p:cNvSpPr>
            <a:spLocks noGrp="1"/>
          </p:cNvSpPr>
          <p:nvPr>
            <p:custDataLst>
              <p:tags r:id="rId2"/>
            </p:custDataLst>
          </p:nvPr>
        </p:nvSpPr>
        <p:spPr>
          <a:xfrm rot="10800000">
            <a:off x="10704513" y="5715673"/>
            <a:ext cx="531495" cy="400685"/>
          </a:xfrm>
          <a:custGeom>
            <a:avLst/>
            <a:gdLst/>
            <a:ahLst/>
            <a:cxnLst>
              <a:cxn ang="3">
                <a:pos x="hc" y="t"/>
              </a:cxn>
              <a:cxn ang="cd2">
                <a:pos x="l" y="vc"/>
              </a:cxn>
              <a:cxn ang="cd4">
                <a:pos x="hc" y="b"/>
              </a:cxn>
              <a:cxn ang="0">
                <a:pos x="r" y="vc"/>
              </a:cxn>
            </a:cxnLst>
            <a:rect l="l" t="t" r="r" b="b"/>
            <a:pathLst>
              <a:path w="1351" h="986">
                <a:moveTo>
                  <a:pt x="1262" y="0"/>
                </a:moveTo>
                <a:lnTo>
                  <a:pt x="1351" y="188"/>
                </a:lnTo>
                <a:cubicBezTo>
                  <a:pt x="1260" y="218"/>
                  <a:pt x="1195" y="260"/>
                  <a:pt x="1155" y="314"/>
                </a:cubicBezTo>
                <a:cubicBezTo>
                  <a:pt x="1116" y="369"/>
                  <a:pt x="1095" y="440"/>
                  <a:pt x="1093" y="530"/>
                </a:cubicBezTo>
                <a:lnTo>
                  <a:pt x="1314" y="530"/>
                </a:lnTo>
                <a:lnTo>
                  <a:pt x="1314" y="986"/>
                </a:lnTo>
                <a:lnTo>
                  <a:pt x="858" y="986"/>
                </a:lnTo>
                <a:lnTo>
                  <a:pt x="858" y="660"/>
                </a:lnTo>
                <a:cubicBezTo>
                  <a:pt x="858" y="528"/>
                  <a:pt x="870" y="424"/>
                  <a:pt x="893" y="348"/>
                </a:cubicBezTo>
                <a:cubicBezTo>
                  <a:pt x="916" y="272"/>
                  <a:pt x="959" y="203"/>
                  <a:pt x="1022" y="143"/>
                </a:cubicBezTo>
                <a:cubicBezTo>
                  <a:pt x="1084" y="82"/>
                  <a:pt x="1164" y="35"/>
                  <a:pt x="1262" y="0"/>
                </a:cubicBezTo>
                <a:close/>
                <a:moveTo>
                  <a:pt x="404" y="0"/>
                </a:moveTo>
                <a:lnTo>
                  <a:pt x="493" y="188"/>
                </a:lnTo>
                <a:cubicBezTo>
                  <a:pt x="402" y="218"/>
                  <a:pt x="337" y="260"/>
                  <a:pt x="297" y="314"/>
                </a:cubicBezTo>
                <a:cubicBezTo>
                  <a:pt x="258" y="369"/>
                  <a:pt x="237" y="440"/>
                  <a:pt x="235" y="530"/>
                </a:cubicBezTo>
                <a:lnTo>
                  <a:pt x="456" y="530"/>
                </a:lnTo>
                <a:lnTo>
                  <a:pt x="456" y="986"/>
                </a:lnTo>
                <a:lnTo>
                  <a:pt x="0" y="986"/>
                </a:lnTo>
                <a:lnTo>
                  <a:pt x="0" y="660"/>
                </a:lnTo>
                <a:cubicBezTo>
                  <a:pt x="0" y="528"/>
                  <a:pt x="12" y="424"/>
                  <a:pt x="35" y="348"/>
                </a:cubicBezTo>
                <a:cubicBezTo>
                  <a:pt x="58" y="272"/>
                  <a:pt x="101" y="203"/>
                  <a:pt x="164" y="143"/>
                </a:cubicBezTo>
                <a:cubicBezTo>
                  <a:pt x="226" y="82"/>
                  <a:pt x="306" y="35"/>
                  <a:pt x="404" y="0"/>
                </a:cubicBezTo>
                <a:close/>
              </a:path>
            </a:pathLst>
          </a:custGeom>
          <a:solidFill>
            <a:schemeClr val="lt1">
              <a:lumMod val="95000"/>
            </a:schemeClr>
          </a:solidFill>
          <a:effectLst/>
        </p:spPr>
        <p:txBody>
          <a:bodyPr vert="horz" wrap="square" lIns="90000" tIns="46800" rIns="90000" bIns="4680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endParaRPr lang="en-US" altLang="zh-CN" sz="16600">
              <a:solidFill>
                <a:schemeClr val="bg1">
                  <a:lumMod val="95000"/>
                </a:schemeClr>
              </a:solidFill>
              <a:sym typeface="+mn-ea"/>
            </a:endParaRPr>
          </a:p>
        </p:txBody>
      </p:sp>
      <p:sp>
        <p:nvSpPr>
          <p:cNvPr id="5" name="矩形 4"/>
          <p:cNvSpPr/>
          <p:nvPr>
            <p:custDataLst>
              <p:tags r:id="rId3"/>
            </p:custDataLst>
          </p:nvPr>
        </p:nvSpPr>
        <p:spPr>
          <a:xfrm>
            <a:off x="6513195" y="2316480"/>
            <a:ext cx="3959860" cy="1971040"/>
          </a:xfrm>
          <a:prstGeom prst="rect">
            <a:avLst/>
          </a:prstGeom>
          <a:noFill/>
        </p:spPr>
        <p:txBody>
          <a:bodyPr wrap="square" lIns="0" tIns="0" rIns="0" bIns="0" rtlCol="0" anchor="t">
            <a:noAutofit/>
          </a:bodyPr>
          <a:p>
            <a:pPr>
              <a:lnSpc>
                <a:spcPct val="150000"/>
              </a:lnSpc>
              <a:spcBef>
                <a:spcPct val="0"/>
              </a:spcBef>
              <a:spcAft>
                <a:spcPct val="0"/>
              </a:spcAft>
            </a:pPr>
            <a:r>
              <a:rPr lang="zh-CN" altLang="en-US" sz="1400" dirty="0">
                <a:solidFill>
                  <a:srgbClr val="000000"/>
                </a:solidFill>
                <a:latin typeface="+mn-ea"/>
                <a:cs typeface="+mn-ea"/>
                <a:sym typeface="+mn-ea"/>
              </a:rPr>
              <a:t>提升退役军人服务的便捷性、连续性和可达性，切实强化退役军人的身份认同感与荣誉归属感，让退役军人在便捷高效的服务体验中，持续感受到社会各界的尊崇与关怀，进一步凝聚起退役军人投身中国式现代化建设的强大合力。</a:t>
            </a:r>
            <a:endParaRPr lang="zh-CN" altLang="en-US" sz="1400" dirty="0">
              <a:solidFill>
                <a:srgbClr val="000000"/>
              </a:solidFill>
              <a:latin typeface="+mn-ea"/>
              <a:cs typeface="+mn-ea"/>
              <a:sym typeface="+mn-ea"/>
            </a:endParaRPr>
          </a:p>
        </p:txBody>
      </p:sp>
      <p:sp>
        <p:nvSpPr>
          <p:cNvPr id="6" name="矩形 5"/>
          <p:cNvSpPr/>
          <p:nvPr>
            <p:custDataLst>
              <p:tags r:id="rId4"/>
            </p:custDataLst>
          </p:nvPr>
        </p:nvSpPr>
        <p:spPr>
          <a:xfrm>
            <a:off x="6513195" y="1856423"/>
            <a:ext cx="3959860" cy="349250"/>
          </a:xfrm>
          <a:prstGeom prst="rect">
            <a:avLst/>
          </a:prstGeom>
          <a:noFill/>
        </p:spPr>
        <p:txBody>
          <a:bodyPr wrap="square" lIns="0" tIns="0" rIns="0" bIns="0" rtlCol="0" anchor="b" anchorCtr="0">
            <a:noAutofit/>
          </a:bodyPr>
          <a:p>
            <a:pPr>
              <a:spcBef>
                <a:spcPct val="0"/>
              </a:spcBef>
              <a:spcAft>
                <a:spcPct val="0"/>
              </a:spcAft>
            </a:pPr>
            <a:r>
              <a:rPr lang="zh-CN" altLang="en-US" sz="2000" b="1">
                <a:solidFill>
                  <a:schemeClr val="accent1"/>
                </a:solidFill>
                <a:latin typeface="+mn-ea"/>
                <a:cs typeface="+mn-ea"/>
                <a:sym typeface="+mn-ea"/>
              </a:rPr>
              <a:t>研究意义</a:t>
            </a:r>
            <a:endParaRPr lang="zh-CN" altLang="en-US" sz="2000" b="1">
              <a:solidFill>
                <a:schemeClr val="accent1"/>
              </a:solidFill>
              <a:latin typeface="+mn-ea"/>
              <a:cs typeface="+mn-ea"/>
              <a:sym typeface="+mn-ea"/>
            </a:endParaRPr>
          </a:p>
        </p:txBody>
      </p:sp>
      <p:sp>
        <p:nvSpPr>
          <p:cNvPr id="8" name="矩形 7"/>
          <p:cNvSpPr/>
          <p:nvPr>
            <p:custDataLst>
              <p:tags r:id="rId5"/>
            </p:custDataLst>
          </p:nvPr>
        </p:nvSpPr>
        <p:spPr>
          <a:xfrm>
            <a:off x="998855" y="2316163"/>
            <a:ext cx="3959860" cy="1218565"/>
          </a:xfrm>
          <a:prstGeom prst="rect">
            <a:avLst/>
          </a:prstGeom>
          <a:noFill/>
        </p:spPr>
        <p:txBody>
          <a:bodyPr wrap="square" lIns="0" tIns="0" rIns="0" bIns="0" rtlCol="0" anchor="t">
            <a:noAutofit/>
          </a:bodyPr>
          <a:p>
            <a:pPr>
              <a:lnSpc>
                <a:spcPct val="150000"/>
              </a:lnSpc>
              <a:spcBef>
                <a:spcPct val="0"/>
              </a:spcBef>
              <a:spcAft>
                <a:spcPct val="0"/>
              </a:spcAft>
            </a:pPr>
            <a:r>
              <a:rPr lang="zh-CN" altLang="en-US" sz="1400" dirty="0">
                <a:solidFill>
                  <a:srgbClr val="000000"/>
                </a:solidFill>
                <a:latin typeface="+mn-ea"/>
                <a:cs typeface="+mn-ea"/>
                <a:sym typeface="+mn-ea"/>
              </a:rPr>
              <a:t>退役军人服务需求呈现出规模大、类型多、持续新增的特点。自我国实行一年两次征兵、两次退役改革以来，退役军人接收安置和服务保障工作更加常态化、连续化。</a:t>
            </a:r>
            <a:endParaRPr lang="zh-CN" altLang="en-US" sz="1400" dirty="0">
              <a:solidFill>
                <a:srgbClr val="000000"/>
              </a:solidFill>
              <a:latin typeface="+mn-ea"/>
              <a:cs typeface="+mn-ea"/>
              <a:sym typeface="+mn-ea"/>
            </a:endParaRPr>
          </a:p>
        </p:txBody>
      </p:sp>
      <p:sp>
        <p:nvSpPr>
          <p:cNvPr id="9" name="矩形 8"/>
          <p:cNvSpPr/>
          <p:nvPr>
            <p:custDataLst>
              <p:tags r:id="rId6"/>
            </p:custDataLst>
          </p:nvPr>
        </p:nvSpPr>
        <p:spPr>
          <a:xfrm>
            <a:off x="998855" y="1856423"/>
            <a:ext cx="3959860" cy="349250"/>
          </a:xfrm>
          <a:prstGeom prst="rect">
            <a:avLst/>
          </a:prstGeom>
          <a:noFill/>
        </p:spPr>
        <p:txBody>
          <a:bodyPr wrap="square" lIns="0" tIns="0" rIns="0" bIns="0" rtlCol="0" anchor="b" anchorCtr="0">
            <a:noAutofit/>
          </a:bodyPr>
          <a:p>
            <a:pPr>
              <a:spcBef>
                <a:spcPct val="0"/>
              </a:spcBef>
              <a:spcAft>
                <a:spcPct val="0"/>
              </a:spcAft>
            </a:pPr>
            <a:r>
              <a:rPr lang="zh-CN" altLang="en-US" sz="2000" b="1" dirty="0">
                <a:solidFill>
                  <a:schemeClr val="accent1"/>
                </a:solidFill>
                <a:latin typeface="+mn-ea"/>
                <a:cs typeface="+mn-ea"/>
                <a:sym typeface="+mn-ea"/>
              </a:rPr>
              <a:t>研究背景</a:t>
            </a:r>
            <a:endParaRPr lang="zh-CN" altLang="en-US" sz="2000" b="1" dirty="0">
              <a:solidFill>
                <a:schemeClr val="accent1"/>
              </a:solidFill>
              <a:latin typeface="+mn-ea"/>
              <a:cs typeface="+mn-ea"/>
              <a:sym typeface="+mn-ea"/>
            </a:endParaRPr>
          </a:p>
        </p:txBody>
      </p:sp>
      <p:sp>
        <p:nvSpPr>
          <p:cNvPr id="10" name="标题 9"/>
          <p:cNvSpPr>
            <a:spLocks noGrp="1"/>
          </p:cNvSpPr>
          <p:nvPr>
            <p:ph type="title"/>
            <p:custDataLst>
              <p:tags r:id="rId7"/>
            </p:custDataLst>
          </p:nvPr>
        </p:nvSpPr>
        <p:spPr>
          <a:xfrm>
            <a:off x="694690" y="676910"/>
            <a:ext cx="10800080" cy="535940"/>
          </a:xfrm>
        </p:spPr>
        <p:txBody>
          <a:bodyPr>
            <a:normAutofit fontScale="90000"/>
          </a:bodyPr>
          <a:p>
            <a:r>
              <a:rPr lang="zh-CN" altLang="en-US"/>
              <a:t>研究背景及意义</a:t>
            </a:r>
            <a:endParaRPr lang="zh-CN" altLang="en-US"/>
          </a:p>
        </p:txBody>
      </p:sp>
    </p:spTree>
    <p:custDataLst>
      <p:tags r:id="rId8"/>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矩形: 圆角 3"/>
          <p:cNvSpPr/>
          <p:nvPr>
            <p:custDataLst>
              <p:tags r:id="rId1"/>
            </p:custDataLst>
          </p:nvPr>
        </p:nvSpPr>
        <p:spPr>
          <a:xfrm>
            <a:off x="8628063" y="2632075"/>
            <a:ext cx="2872920" cy="2137065"/>
          </a:xfrm>
          <a:prstGeom prst="roundRect">
            <a:avLst>
              <a:gd name="adj" fmla="val 576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圆角 1"/>
          <p:cNvSpPr/>
          <p:nvPr>
            <p:custDataLst>
              <p:tags r:id="rId2"/>
            </p:custDataLst>
          </p:nvPr>
        </p:nvSpPr>
        <p:spPr>
          <a:xfrm>
            <a:off x="4664392" y="2632075"/>
            <a:ext cx="2872920" cy="2137065"/>
          </a:xfrm>
          <a:prstGeom prst="roundRect">
            <a:avLst>
              <a:gd name="adj" fmla="val 576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圆角 2"/>
          <p:cNvSpPr/>
          <p:nvPr>
            <p:custDataLst>
              <p:tags r:id="rId3"/>
            </p:custDataLst>
          </p:nvPr>
        </p:nvSpPr>
        <p:spPr>
          <a:xfrm>
            <a:off x="700722" y="2632075"/>
            <a:ext cx="2872920" cy="2137065"/>
          </a:xfrm>
          <a:prstGeom prst="roundRect">
            <a:avLst>
              <a:gd name="adj" fmla="val 576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矩形 17"/>
          <p:cNvSpPr/>
          <p:nvPr>
            <p:custDataLst>
              <p:tags r:id="rId4"/>
            </p:custDataLst>
          </p:nvPr>
        </p:nvSpPr>
        <p:spPr>
          <a:xfrm>
            <a:off x="702945" y="4925695"/>
            <a:ext cx="2873375" cy="1281430"/>
          </a:xfrm>
          <a:prstGeom prst="rect">
            <a:avLst/>
          </a:prstGeom>
        </p:spPr>
        <p:txBody>
          <a:bodyPr wrap="square" lIns="0" tIns="0" rIns="0" bIns="0">
            <a:noAutofit/>
          </a:bodyPr>
          <a:p>
            <a:pPr algn="ctr">
              <a:lnSpc>
                <a:spcPct val="150000"/>
              </a:lnSpc>
              <a:spcBef>
                <a:spcPct val="0"/>
              </a:spcBef>
              <a:spcAft>
                <a:spcPct val="0"/>
              </a:spcAft>
            </a:pPr>
            <a:r>
              <a:rPr lang="zh-CN" altLang="en-US" sz="1500">
                <a:solidFill>
                  <a:schemeClr val="tx1">
                    <a:lumMod val="85000"/>
                    <a:lumOff val="15000"/>
                  </a:schemeClr>
                </a:solidFill>
                <a:latin typeface="+mn-ea"/>
                <a:cs typeface="+mn-ea"/>
              </a:rPr>
              <a:t>国外</a:t>
            </a:r>
            <a:r>
              <a:rPr lang="zh-CN" altLang="en-US" sz="1500">
                <a:solidFill>
                  <a:schemeClr val="tx1">
                    <a:lumMod val="85000"/>
                    <a:lumOff val="15000"/>
                  </a:schemeClr>
                </a:solidFill>
                <a:latin typeface="+mn-ea"/>
                <a:cs typeface="+mn-ea"/>
              </a:rPr>
              <a:t>退役军人移动端健康服务使用行为、应用普及现状与服务成效评估，形成了平台建设、用户调研、效果评价的完整研究脉络。</a:t>
            </a:r>
            <a:endParaRPr lang="zh-CN" altLang="en-US" sz="1500">
              <a:solidFill>
                <a:schemeClr val="tx1">
                  <a:lumMod val="85000"/>
                  <a:lumOff val="15000"/>
                </a:schemeClr>
              </a:solidFill>
              <a:latin typeface="+mn-ea"/>
              <a:cs typeface="+mn-ea"/>
            </a:endParaRPr>
          </a:p>
        </p:txBody>
      </p:sp>
      <p:sp>
        <p:nvSpPr>
          <p:cNvPr id="23" name="矩形 22"/>
          <p:cNvSpPr/>
          <p:nvPr>
            <p:custDataLst>
              <p:tags r:id="rId5"/>
            </p:custDataLst>
          </p:nvPr>
        </p:nvSpPr>
        <p:spPr>
          <a:xfrm>
            <a:off x="1006792" y="3784600"/>
            <a:ext cx="2260599" cy="867312"/>
          </a:xfrm>
          <a:prstGeom prst="rect">
            <a:avLst/>
          </a:prstGeom>
          <a:noFill/>
        </p:spPr>
        <p:txBody>
          <a:bodyPr wrap="square" lIns="0" tIns="0" rIns="0" bIns="0" rtlCol="0" anchor="ctr">
            <a:noAutofit/>
          </a:bodyPr>
          <a:p>
            <a:pPr algn="ctr">
              <a:spcBef>
                <a:spcPct val="0"/>
              </a:spcBef>
              <a:spcAft>
                <a:spcPct val="0"/>
              </a:spcAft>
            </a:pPr>
            <a:r>
              <a:rPr kumimoji="1" lang="zh-CN" altLang="en-US" sz="2000" b="1" dirty="0">
                <a:solidFill>
                  <a:srgbClr val="FFFFFF"/>
                </a:solidFill>
                <a:latin typeface="+mn-ea"/>
                <a:cs typeface="+mn-ea"/>
              </a:rPr>
              <a:t>国外研究现状</a:t>
            </a:r>
            <a:endParaRPr kumimoji="1" lang="zh-CN" altLang="en-US" sz="2000" b="1" dirty="0">
              <a:solidFill>
                <a:srgbClr val="FFFFFF"/>
              </a:solidFill>
              <a:latin typeface="+mn-ea"/>
              <a:cs typeface="+mn-ea"/>
            </a:endParaRPr>
          </a:p>
        </p:txBody>
      </p:sp>
      <p:sp>
        <p:nvSpPr>
          <p:cNvPr id="24" name="矩形 23"/>
          <p:cNvSpPr/>
          <p:nvPr>
            <p:custDataLst>
              <p:tags r:id="rId6"/>
            </p:custDataLst>
          </p:nvPr>
        </p:nvSpPr>
        <p:spPr>
          <a:xfrm>
            <a:off x="4750752" y="4925695"/>
            <a:ext cx="2700000" cy="1281600"/>
          </a:xfrm>
          <a:prstGeom prst="rect">
            <a:avLst/>
          </a:prstGeom>
        </p:spPr>
        <p:txBody>
          <a:bodyPr wrap="square" lIns="0" tIns="0" rIns="0" bIns="0">
            <a:noAutofit/>
          </a:bodyPr>
          <a:p>
            <a:pPr algn="ctr">
              <a:lnSpc>
                <a:spcPct val="150000"/>
              </a:lnSpc>
              <a:spcBef>
                <a:spcPct val="0"/>
              </a:spcBef>
              <a:spcAft>
                <a:spcPct val="0"/>
              </a:spcAft>
            </a:pPr>
            <a:r>
              <a:rPr lang="zh-CN" altLang="en-US" sz="1500">
                <a:solidFill>
                  <a:schemeClr val="tx1">
                    <a:lumMod val="85000"/>
                    <a:lumOff val="15000"/>
                  </a:schemeClr>
                </a:solidFill>
                <a:latin typeface="+mn-ea"/>
                <a:cs typeface="+mn-ea"/>
              </a:rPr>
              <a:t>国内现有研究和实践已经初步具备数字化基础，在退役军人数字服务领域当前呈现出</a:t>
            </a:r>
            <a:r>
              <a:rPr lang="en-US" altLang="zh-CN" sz="1500">
                <a:solidFill>
                  <a:schemeClr val="tx1">
                    <a:lumMod val="85000"/>
                    <a:lumOff val="15000"/>
                  </a:schemeClr>
                </a:solidFill>
                <a:latin typeface="+mn-ea"/>
                <a:cs typeface="+mn-ea"/>
              </a:rPr>
              <a:t>“</a:t>
            </a:r>
            <a:r>
              <a:rPr lang="zh-CN" altLang="en-US" sz="1500">
                <a:solidFill>
                  <a:schemeClr val="tx1">
                    <a:lumMod val="85000"/>
                    <a:lumOff val="15000"/>
                  </a:schemeClr>
                </a:solidFill>
                <a:latin typeface="+mn-ea"/>
                <a:cs typeface="+mn-ea"/>
              </a:rPr>
              <a:t>国家推进</a:t>
            </a:r>
            <a:r>
              <a:rPr lang="en-US" altLang="zh-CN" sz="1500">
                <a:solidFill>
                  <a:schemeClr val="tx1">
                    <a:lumMod val="85000"/>
                    <a:lumOff val="15000"/>
                  </a:schemeClr>
                </a:solidFill>
                <a:latin typeface="+mn-ea"/>
                <a:cs typeface="+mn-ea"/>
              </a:rPr>
              <a:t> + </a:t>
            </a:r>
            <a:r>
              <a:rPr lang="zh-CN" altLang="en-US" sz="1500">
                <a:solidFill>
                  <a:schemeClr val="tx1">
                    <a:lumMod val="85000"/>
                    <a:lumOff val="15000"/>
                  </a:schemeClr>
                </a:solidFill>
                <a:latin typeface="+mn-ea"/>
                <a:cs typeface="+mn-ea"/>
              </a:rPr>
              <a:t>地方试点</a:t>
            </a:r>
            <a:r>
              <a:rPr lang="en-US" altLang="zh-CN" sz="1500">
                <a:solidFill>
                  <a:schemeClr val="tx1">
                    <a:lumMod val="85000"/>
                    <a:lumOff val="15000"/>
                  </a:schemeClr>
                </a:solidFill>
                <a:latin typeface="+mn-ea"/>
                <a:cs typeface="+mn-ea"/>
              </a:rPr>
              <a:t>”</a:t>
            </a:r>
            <a:r>
              <a:rPr lang="zh-CN" altLang="en-US" sz="1500">
                <a:solidFill>
                  <a:schemeClr val="tx1">
                    <a:lumMod val="85000"/>
                    <a:lumOff val="15000"/>
                  </a:schemeClr>
                </a:solidFill>
                <a:latin typeface="+mn-ea"/>
                <a:cs typeface="+mn-ea"/>
              </a:rPr>
              <a:t>的发展态势。</a:t>
            </a:r>
            <a:endParaRPr lang="zh-CN" altLang="en-US" sz="1500">
              <a:solidFill>
                <a:schemeClr val="tx1">
                  <a:lumMod val="85000"/>
                  <a:lumOff val="15000"/>
                </a:schemeClr>
              </a:solidFill>
              <a:latin typeface="+mn-ea"/>
              <a:cs typeface="+mn-ea"/>
            </a:endParaRPr>
          </a:p>
        </p:txBody>
      </p:sp>
      <p:sp>
        <p:nvSpPr>
          <p:cNvPr id="25" name="矩形 24"/>
          <p:cNvSpPr/>
          <p:nvPr>
            <p:custDataLst>
              <p:tags r:id="rId7"/>
            </p:custDataLst>
          </p:nvPr>
        </p:nvSpPr>
        <p:spPr>
          <a:xfrm>
            <a:off x="4970462" y="3784600"/>
            <a:ext cx="2260599" cy="867312"/>
          </a:xfrm>
          <a:prstGeom prst="rect">
            <a:avLst/>
          </a:prstGeom>
          <a:noFill/>
        </p:spPr>
        <p:txBody>
          <a:bodyPr wrap="square" lIns="0" tIns="0" rIns="0" bIns="0" rtlCol="0" anchor="ctr">
            <a:noAutofit/>
          </a:bodyPr>
          <a:p>
            <a:pPr algn="ctr">
              <a:spcBef>
                <a:spcPct val="0"/>
              </a:spcBef>
              <a:spcAft>
                <a:spcPct val="0"/>
              </a:spcAft>
            </a:pPr>
            <a:r>
              <a:rPr kumimoji="1" lang="zh-CN" altLang="en-US" sz="2000" b="1">
                <a:solidFill>
                  <a:srgbClr val="FFFFFF"/>
                </a:solidFill>
                <a:latin typeface="+mn-ea"/>
                <a:cs typeface="+mn-ea"/>
              </a:rPr>
              <a:t>国内研究现状</a:t>
            </a:r>
            <a:endParaRPr kumimoji="1" lang="zh-CN" altLang="en-US" sz="2000" b="1">
              <a:solidFill>
                <a:srgbClr val="FFFFFF"/>
              </a:solidFill>
              <a:latin typeface="+mn-ea"/>
              <a:cs typeface="+mn-ea"/>
            </a:endParaRPr>
          </a:p>
        </p:txBody>
      </p:sp>
      <p:sp>
        <p:nvSpPr>
          <p:cNvPr id="26" name="矩形 25"/>
          <p:cNvSpPr/>
          <p:nvPr>
            <p:custDataLst>
              <p:tags r:id="rId8"/>
            </p:custDataLst>
          </p:nvPr>
        </p:nvSpPr>
        <p:spPr>
          <a:xfrm>
            <a:off x="8714423" y="4925695"/>
            <a:ext cx="2700000" cy="1279656"/>
          </a:xfrm>
          <a:prstGeom prst="rect">
            <a:avLst/>
          </a:prstGeom>
        </p:spPr>
        <p:txBody>
          <a:bodyPr wrap="square" lIns="0" tIns="0" rIns="0" bIns="0">
            <a:noAutofit/>
          </a:bodyPr>
          <a:p>
            <a:pPr algn="ctr">
              <a:lnSpc>
                <a:spcPct val="150000"/>
              </a:lnSpc>
              <a:spcBef>
                <a:spcPct val="0"/>
              </a:spcBef>
              <a:spcAft>
                <a:spcPct val="0"/>
              </a:spcAft>
            </a:pPr>
            <a:r>
              <a:rPr lang="zh-CN" altLang="en-US" sz="1400">
                <a:solidFill>
                  <a:schemeClr val="tx1">
                    <a:lumMod val="85000"/>
                    <a:lumOff val="15000"/>
                  </a:schemeClr>
                </a:solidFill>
                <a:latin typeface="+mn-ea"/>
                <a:cs typeface="+mn-ea"/>
              </a:rPr>
              <a:t>现有成果已经为本研究提供了较好的理论基础和实践参考。但对于兼具政策咨询、就业培训、纪念资源查询</a:t>
            </a:r>
            <a:r>
              <a:rPr lang="en-US" altLang="zh-CN" sz="1400">
                <a:solidFill>
                  <a:schemeClr val="tx1">
                    <a:lumMod val="85000"/>
                    <a:lumOff val="15000"/>
                  </a:schemeClr>
                </a:solidFill>
                <a:latin typeface="+mn-ea"/>
                <a:cs typeface="+mn-ea"/>
              </a:rPr>
              <a:t>，</a:t>
            </a:r>
            <a:r>
              <a:rPr lang="zh-CN" altLang="en-US" sz="1400">
                <a:solidFill>
                  <a:schemeClr val="tx1">
                    <a:lumMod val="85000"/>
                    <a:lumOff val="15000"/>
                  </a:schemeClr>
                </a:solidFill>
                <a:latin typeface="+mn-ea"/>
                <a:cs typeface="+mn-ea"/>
              </a:rPr>
              <a:t>生活服务和本地化公共服务的一体化平台研究相对较少。</a:t>
            </a:r>
            <a:endParaRPr lang="zh-CN" altLang="en-US" sz="1400">
              <a:solidFill>
                <a:schemeClr val="tx1">
                  <a:lumMod val="85000"/>
                  <a:lumOff val="15000"/>
                </a:schemeClr>
              </a:solidFill>
              <a:latin typeface="+mn-ea"/>
              <a:cs typeface="+mn-ea"/>
            </a:endParaRPr>
          </a:p>
        </p:txBody>
      </p:sp>
      <p:sp>
        <p:nvSpPr>
          <p:cNvPr id="27" name="矩形 26"/>
          <p:cNvSpPr/>
          <p:nvPr>
            <p:custDataLst>
              <p:tags r:id="rId9"/>
            </p:custDataLst>
          </p:nvPr>
        </p:nvSpPr>
        <p:spPr>
          <a:xfrm>
            <a:off x="8934133" y="3784600"/>
            <a:ext cx="2260600" cy="867312"/>
          </a:xfrm>
          <a:prstGeom prst="rect">
            <a:avLst/>
          </a:prstGeom>
          <a:noFill/>
        </p:spPr>
        <p:txBody>
          <a:bodyPr wrap="square" lIns="0" tIns="0" rIns="0" bIns="0" rtlCol="0" anchor="ctr">
            <a:noAutofit/>
          </a:bodyPr>
          <a:p>
            <a:pPr algn="ctr">
              <a:spcBef>
                <a:spcPct val="0"/>
              </a:spcBef>
              <a:spcAft>
                <a:spcPct val="0"/>
              </a:spcAft>
            </a:pPr>
            <a:r>
              <a:rPr kumimoji="1" lang="zh-CN" altLang="en-US" sz="2000" b="1">
                <a:solidFill>
                  <a:srgbClr val="FFFFFF"/>
                </a:solidFill>
                <a:latin typeface="+mn-ea"/>
                <a:cs typeface="+mn-ea"/>
              </a:rPr>
              <a:t>研究现状总结</a:t>
            </a:r>
            <a:endParaRPr kumimoji="1" lang="zh-CN" altLang="en-US" sz="2000" b="1">
              <a:solidFill>
                <a:srgbClr val="FFFFFF"/>
              </a:solidFill>
              <a:latin typeface="+mn-ea"/>
              <a:cs typeface="+mn-ea"/>
            </a:endParaRPr>
          </a:p>
        </p:txBody>
      </p:sp>
      <p:sp>
        <p:nvSpPr>
          <p:cNvPr id="2" name="标题 1"/>
          <p:cNvSpPr>
            <a:spLocks noGrp="1"/>
          </p:cNvSpPr>
          <p:nvPr>
            <p:ph type="title"/>
            <p:custDataLst>
              <p:tags r:id="rId10"/>
            </p:custDataLst>
          </p:nvPr>
        </p:nvSpPr>
        <p:spPr>
          <a:xfrm>
            <a:off x="694690" y="676910"/>
            <a:ext cx="10800080" cy="535940"/>
          </a:xfrm>
        </p:spPr>
        <p:txBody>
          <a:bodyPr>
            <a:normAutofit fontScale="90000"/>
          </a:bodyPr>
          <a:p>
            <a:r>
              <a:rPr lang="zh-CN" altLang="en-US"/>
              <a:t>国内外研究现状</a:t>
            </a:r>
            <a:endParaRPr lang="zh-CN" altLang="en-US"/>
          </a:p>
        </p:txBody>
      </p:sp>
      <p:pic>
        <p:nvPicPr>
          <p:cNvPr id="3" name="图片 2"/>
          <p:cNvPicPr>
            <a:picLocks noChangeAspect="1"/>
          </p:cNvPicPr>
          <p:nvPr/>
        </p:nvPicPr>
        <p:blipFill>
          <a:blip r:embed="rId11"/>
          <a:stretch>
            <a:fillRect/>
          </a:stretch>
        </p:blipFill>
        <p:spPr>
          <a:xfrm>
            <a:off x="1033145" y="1934845"/>
            <a:ext cx="2211705" cy="1953260"/>
          </a:xfrm>
          <a:prstGeom prst="roundRect">
            <a:avLst/>
          </a:prstGeom>
          <a:ln>
            <a:solidFill>
              <a:schemeClr val="accent1"/>
            </a:solidFill>
          </a:ln>
        </p:spPr>
      </p:pic>
      <p:pic>
        <p:nvPicPr>
          <p:cNvPr id="4" name="图片 3"/>
          <p:cNvPicPr>
            <a:picLocks noChangeAspect="1"/>
          </p:cNvPicPr>
          <p:nvPr/>
        </p:nvPicPr>
        <p:blipFill>
          <a:blip r:embed="rId12"/>
          <a:srcRect t="-1170" r="168" b="-1528"/>
          <a:stretch>
            <a:fillRect/>
          </a:stretch>
        </p:blipFill>
        <p:spPr>
          <a:xfrm>
            <a:off x="4977130" y="1882140"/>
            <a:ext cx="2260600" cy="2005965"/>
          </a:xfrm>
          <a:prstGeom prst="roundRect">
            <a:avLst/>
          </a:prstGeom>
          <a:ln>
            <a:solidFill>
              <a:schemeClr val="accent1"/>
            </a:solidFill>
          </a:ln>
        </p:spPr>
      </p:pic>
      <p:pic>
        <p:nvPicPr>
          <p:cNvPr id="6" name="图片 5"/>
          <p:cNvPicPr>
            <a:picLocks noChangeAspect="1"/>
          </p:cNvPicPr>
          <p:nvPr/>
        </p:nvPicPr>
        <p:blipFill>
          <a:blip r:embed="rId13"/>
          <a:stretch>
            <a:fillRect/>
          </a:stretch>
        </p:blipFill>
        <p:spPr>
          <a:xfrm>
            <a:off x="9099550" y="1882140"/>
            <a:ext cx="2087245" cy="2063115"/>
          </a:xfrm>
          <a:prstGeom prst="roundRect">
            <a:avLst/>
          </a:prstGeom>
          <a:ln>
            <a:solidFill>
              <a:schemeClr val="accent1"/>
            </a:solidFill>
          </a:ln>
        </p:spPr>
      </p:pic>
    </p:spTree>
    <p:custDataLst>
      <p:tags r:id="rId1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301580" y="3081061"/>
            <a:ext cx="3085171" cy="922020"/>
          </a:xfrm>
          <a:prstGeom prst="rect">
            <a:avLst/>
          </a:prstGeom>
          <a:noFill/>
        </p:spPr>
        <p:txBody>
          <a:bodyPr wrap="square">
            <a:spAutoFit/>
          </a:bodyPr>
          <a:lstStyle/>
          <a:p>
            <a:pPr algn="ctr">
              <a:lnSpc>
                <a:spcPct val="150000"/>
              </a:lnSpc>
            </a:pPr>
            <a:r>
              <a:rPr lang="en-US" altLang="zh-CN" sz="3600" b="1" dirty="0">
                <a:solidFill>
                  <a:schemeClr val="accent1">
                    <a:lumMod val="75000"/>
                  </a:schemeClr>
                </a:solidFill>
                <a:latin typeface="微软雅黑" panose="020B0503020204020204" charset="-122"/>
                <a:ea typeface="微软雅黑" panose="020B0503020204020204" charset="-122"/>
              </a:rPr>
              <a:t>02 </a:t>
            </a:r>
            <a:r>
              <a:rPr lang="zh-CN" altLang="en-US" sz="3600" b="1" dirty="0">
                <a:solidFill>
                  <a:schemeClr val="accent1">
                    <a:lumMod val="75000"/>
                  </a:schemeClr>
                </a:solidFill>
                <a:latin typeface="微软雅黑" panose="020B0503020204020204" charset="-122"/>
                <a:ea typeface="微软雅黑" panose="020B0503020204020204" charset="-122"/>
              </a:rPr>
              <a:t>需求分析</a:t>
            </a:r>
            <a:endParaRPr lang="zh-CN" altLang="en-US" sz="3600" b="1" dirty="0">
              <a:solidFill>
                <a:schemeClr val="accent1">
                  <a:lumMod val="75000"/>
                </a:schemeClr>
              </a:solidFill>
              <a:latin typeface="微软雅黑" panose="020B0503020204020204" charset="-122"/>
              <a:ea typeface="微软雅黑" panose="020B0503020204020204" charset="-122"/>
            </a:endParaRPr>
          </a:p>
        </p:txBody>
      </p:sp>
      <p:sp>
        <p:nvSpPr>
          <p:cNvPr id="6" name="灯片编号占位符 5"/>
          <p:cNvSpPr>
            <a:spLocks noGrp="1"/>
          </p:cNvSpPr>
          <p:nvPr>
            <p:ph type="sldNum" sz="quarter" idx="12"/>
            <p:custDataLst>
              <p:tags r:id="rId2"/>
            </p:custDataLst>
          </p:nvPr>
        </p:nvSpPr>
        <p:spPr/>
        <p:txBody>
          <a:bodyPr/>
          <a:lstStyle/>
          <a:p>
            <a:fld id="{C730C15E-7DE8-4003-AC2F-632DCF856F49}" type="slidenum">
              <a:rPr lang="zh-CN" altLang="en-US" smtClean="0"/>
            </a:fld>
            <a:endParaRPr lang="zh-CN" altLang="en-US" dirty="0"/>
          </a:p>
        </p:txBody>
      </p:sp>
      <p:pic>
        <p:nvPicPr>
          <p:cNvPr id="5" name="图片 4"/>
          <p:cNvPicPr>
            <a:picLocks noChangeAspect="1"/>
          </p:cNvPicPr>
          <p:nvPr>
            <p:custDataLst>
              <p:tags r:id="rId3"/>
            </p:custDataLst>
          </p:nvPr>
        </p:nvPicPr>
        <p:blipFill>
          <a:blip r:embed="rId4"/>
          <a:stretch>
            <a:fillRect/>
          </a:stretch>
        </p:blipFill>
        <p:spPr>
          <a:xfrm>
            <a:off x="0" y="19050"/>
            <a:ext cx="3047365" cy="914400"/>
          </a:xfrm>
          <a:prstGeom prst="rect">
            <a:avLst/>
          </a:prstGeom>
        </p:spPr>
      </p:pic>
      <p:sp>
        <p:nvSpPr>
          <p:cNvPr id="2" name="文本框 1"/>
          <p:cNvSpPr txBox="1"/>
          <p:nvPr/>
        </p:nvSpPr>
        <p:spPr>
          <a:xfrm>
            <a:off x="4904740" y="2394585"/>
            <a:ext cx="6096000" cy="460375"/>
          </a:xfrm>
          <a:prstGeom prst="rect">
            <a:avLst/>
          </a:prstGeom>
          <a:noFill/>
        </p:spPr>
        <p:txBody>
          <a:bodyPr wrap="square" rtlCol="0" anchor="t">
            <a:spAutoFit/>
          </a:bodyPr>
          <a:p>
            <a:r>
              <a:rPr lang="en-US" altLang="zh-CN" sz="2400" b="1" dirty="0">
                <a:solidFill>
                  <a:schemeClr val="accent1">
                    <a:lumMod val="75000"/>
                  </a:schemeClr>
                </a:solidFill>
                <a:latin typeface="微软雅黑" panose="020B0503020204020204" charset="-122"/>
                <a:ea typeface="微软雅黑" panose="020B0503020204020204" charset="-122"/>
                <a:sym typeface="+mn-ea"/>
              </a:rPr>
              <a:t>2</a:t>
            </a:r>
            <a:r>
              <a:rPr lang="zh-CN" altLang="en-US" sz="2400" b="1" dirty="0">
                <a:solidFill>
                  <a:schemeClr val="accent1">
                    <a:lumMod val="75000"/>
                  </a:schemeClr>
                </a:solidFill>
                <a:latin typeface="微软雅黑" panose="020B0503020204020204" charset="-122"/>
                <a:ea typeface="微软雅黑" panose="020B0503020204020204" charset="-122"/>
                <a:sym typeface="+mn-ea"/>
              </a:rPr>
              <a:t>.1 系统目标</a:t>
            </a:r>
            <a:r>
              <a:rPr lang="zh-CN" altLang="en-US" sz="2400" b="1" dirty="0">
                <a:solidFill>
                  <a:schemeClr val="accent1">
                    <a:lumMod val="75000"/>
                  </a:schemeClr>
                </a:solidFill>
                <a:latin typeface="微软雅黑" panose="020B0503020204020204" charset="-122"/>
                <a:ea typeface="微软雅黑" panose="020B0503020204020204" charset="-122"/>
                <a:sym typeface="+mn-ea"/>
              </a:rPr>
              <a:t>分析</a:t>
            </a:r>
            <a:endParaRPr lang="zh-CN" altLang="en-US" sz="2400" b="1" dirty="0">
              <a:solidFill>
                <a:schemeClr val="accent1">
                  <a:lumMod val="75000"/>
                </a:schemeClr>
              </a:solidFill>
              <a:latin typeface="微软雅黑" panose="020B0503020204020204" charset="-122"/>
              <a:ea typeface="微软雅黑" panose="020B0503020204020204" charset="-122"/>
              <a:sym typeface="+mn-ea"/>
            </a:endParaRPr>
          </a:p>
        </p:txBody>
      </p:sp>
      <p:sp>
        <p:nvSpPr>
          <p:cNvPr id="3" name="文本框 2"/>
          <p:cNvSpPr txBox="1"/>
          <p:nvPr/>
        </p:nvSpPr>
        <p:spPr>
          <a:xfrm>
            <a:off x="4904740" y="3141980"/>
            <a:ext cx="6096000" cy="460375"/>
          </a:xfrm>
          <a:prstGeom prst="rect">
            <a:avLst/>
          </a:prstGeom>
          <a:noFill/>
        </p:spPr>
        <p:txBody>
          <a:bodyPr wrap="square" rtlCol="0" anchor="t">
            <a:spAutoFit/>
          </a:bodyPr>
          <a:p>
            <a:r>
              <a:rPr lang="en-US" altLang="zh-CN" sz="2400" b="1" dirty="0">
                <a:solidFill>
                  <a:schemeClr val="accent1">
                    <a:lumMod val="75000"/>
                  </a:schemeClr>
                </a:solidFill>
                <a:latin typeface="微软雅黑" panose="020B0503020204020204" charset="-122"/>
                <a:ea typeface="微软雅黑" panose="020B0503020204020204" charset="-122"/>
                <a:sym typeface="+mn-ea"/>
              </a:rPr>
              <a:t>2</a:t>
            </a:r>
            <a:r>
              <a:rPr lang="zh-CN" altLang="en-US" sz="2400" b="1" dirty="0">
                <a:solidFill>
                  <a:schemeClr val="accent1">
                    <a:lumMod val="75000"/>
                  </a:schemeClr>
                </a:solidFill>
                <a:latin typeface="微软雅黑" panose="020B0503020204020204" charset="-122"/>
                <a:ea typeface="微软雅黑" panose="020B0503020204020204" charset="-122"/>
                <a:sym typeface="+mn-ea"/>
              </a:rPr>
              <a:t>.</a:t>
            </a:r>
            <a:r>
              <a:rPr lang="en-US" altLang="zh-CN" sz="2400" b="1" dirty="0">
                <a:solidFill>
                  <a:schemeClr val="accent1">
                    <a:lumMod val="75000"/>
                  </a:schemeClr>
                </a:solidFill>
                <a:latin typeface="微软雅黑" panose="020B0503020204020204" charset="-122"/>
                <a:ea typeface="微软雅黑" panose="020B0503020204020204" charset="-122"/>
                <a:sym typeface="+mn-ea"/>
              </a:rPr>
              <a:t>2</a:t>
            </a:r>
            <a:r>
              <a:rPr lang="zh-CN" altLang="en-US" sz="2400" b="1" dirty="0">
                <a:solidFill>
                  <a:schemeClr val="accent1">
                    <a:lumMod val="75000"/>
                  </a:schemeClr>
                </a:solidFill>
                <a:latin typeface="微软雅黑" panose="020B0503020204020204" charset="-122"/>
                <a:ea typeface="微软雅黑" panose="020B0503020204020204" charset="-122"/>
                <a:sym typeface="+mn-ea"/>
              </a:rPr>
              <a:t> 可行性</a:t>
            </a:r>
            <a:r>
              <a:rPr lang="zh-CN" altLang="en-US" sz="2400" b="1" dirty="0">
                <a:solidFill>
                  <a:schemeClr val="accent1">
                    <a:lumMod val="75000"/>
                  </a:schemeClr>
                </a:solidFill>
                <a:latin typeface="微软雅黑" panose="020B0503020204020204" charset="-122"/>
                <a:ea typeface="微软雅黑" panose="020B0503020204020204" charset="-122"/>
                <a:sym typeface="+mn-ea"/>
              </a:rPr>
              <a:t>分析</a:t>
            </a:r>
            <a:endParaRPr lang="zh-CN" altLang="en-US" sz="2400" b="1" dirty="0">
              <a:solidFill>
                <a:schemeClr val="accent1">
                  <a:lumMod val="75000"/>
                </a:schemeClr>
              </a:solidFill>
              <a:latin typeface="微软雅黑" panose="020B0503020204020204" charset="-122"/>
              <a:ea typeface="微软雅黑" panose="020B0503020204020204" charset="-122"/>
              <a:sym typeface="+mn-ea"/>
            </a:endParaRPr>
          </a:p>
        </p:txBody>
      </p:sp>
      <p:sp>
        <p:nvSpPr>
          <p:cNvPr id="7" name="文本框 6"/>
          <p:cNvSpPr txBox="1"/>
          <p:nvPr/>
        </p:nvSpPr>
        <p:spPr>
          <a:xfrm>
            <a:off x="4904740" y="3846830"/>
            <a:ext cx="6096000" cy="460375"/>
          </a:xfrm>
          <a:prstGeom prst="rect">
            <a:avLst/>
          </a:prstGeom>
          <a:noFill/>
        </p:spPr>
        <p:txBody>
          <a:bodyPr wrap="square" rtlCol="0" anchor="t">
            <a:spAutoFit/>
          </a:bodyPr>
          <a:p>
            <a:r>
              <a:rPr lang="en-US" altLang="zh-CN" sz="2400" b="1" dirty="0">
                <a:solidFill>
                  <a:schemeClr val="accent1">
                    <a:lumMod val="75000"/>
                  </a:schemeClr>
                </a:solidFill>
                <a:latin typeface="微软雅黑" panose="020B0503020204020204" charset="-122"/>
                <a:ea typeface="微软雅黑" panose="020B0503020204020204" charset="-122"/>
                <a:sym typeface="+mn-ea"/>
              </a:rPr>
              <a:t>2</a:t>
            </a:r>
            <a:r>
              <a:rPr lang="zh-CN" altLang="en-US" sz="2400" b="1" dirty="0">
                <a:solidFill>
                  <a:schemeClr val="accent1">
                    <a:lumMod val="75000"/>
                  </a:schemeClr>
                </a:solidFill>
                <a:latin typeface="微软雅黑" panose="020B0503020204020204" charset="-122"/>
                <a:ea typeface="微软雅黑" panose="020B0503020204020204" charset="-122"/>
                <a:sym typeface="+mn-ea"/>
              </a:rPr>
              <a:t>.</a:t>
            </a:r>
            <a:r>
              <a:rPr lang="en-US" altLang="zh-CN" sz="2400" b="1" dirty="0">
                <a:solidFill>
                  <a:schemeClr val="accent1">
                    <a:lumMod val="75000"/>
                  </a:schemeClr>
                </a:solidFill>
                <a:latin typeface="微软雅黑" panose="020B0503020204020204" charset="-122"/>
                <a:ea typeface="微软雅黑" panose="020B0503020204020204" charset="-122"/>
                <a:sym typeface="+mn-ea"/>
              </a:rPr>
              <a:t>3</a:t>
            </a:r>
            <a:r>
              <a:rPr lang="zh-CN" altLang="en-US" sz="2400" b="1" dirty="0">
                <a:solidFill>
                  <a:schemeClr val="accent1">
                    <a:lumMod val="75000"/>
                  </a:schemeClr>
                </a:solidFill>
                <a:latin typeface="微软雅黑" panose="020B0503020204020204" charset="-122"/>
                <a:ea typeface="微软雅黑" panose="020B0503020204020204" charset="-122"/>
                <a:sym typeface="+mn-ea"/>
              </a:rPr>
              <a:t> 系统</a:t>
            </a:r>
            <a:r>
              <a:rPr lang="zh-CN" altLang="en-US" sz="2400" b="1" dirty="0">
                <a:solidFill>
                  <a:schemeClr val="accent1">
                    <a:lumMod val="75000"/>
                  </a:schemeClr>
                </a:solidFill>
                <a:latin typeface="微软雅黑" panose="020B0503020204020204" charset="-122"/>
                <a:ea typeface="微软雅黑" panose="020B0503020204020204" charset="-122"/>
                <a:sym typeface="+mn-ea"/>
              </a:rPr>
              <a:t>功能分析</a:t>
            </a:r>
            <a:endParaRPr lang="zh-CN" altLang="en-US" sz="2400" b="1" dirty="0">
              <a:solidFill>
                <a:schemeClr val="accent1">
                  <a:lumMod val="75000"/>
                </a:schemeClr>
              </a:solidFill>
              <a:latin typeface="微软雅黑" panose="020B0503020204020204" charset="-122"/>
              <a:ea typeface="微软雅黑" panose="020B0503020204020204" charset="-122"/>
              <a:sym typeface="+mn-ea"/>
            </a:endParaRPr>
          </a:p>
        </p:txBody>
      </p:sp>
      <p:sp>
        <p:nvSpPr>
          <p:cNvPr id="8" name="文本框 7"/>
          <p:cNvSpPr txBox="1"/>
          <p:nvPr/>
        </p:nvSpPr>
        <p:spPr>
          <a:xfrm>
            <a:off x="4904740" y="4551680"/>
            <a:ext cx="6096000" cy="460375"/>
          </a:xfrm>
          <a:prstGeom prst="rect">
            <a:avLst/>
          </a:prstGeom>
          <a:noFill/>
        </p:spPr>
        <p:txBody>
          <a:bodyPr wrap="square" rtlCol="0" anchor="t">
            <a:spAutoFit/>
          </a:bodyPr>
          <a:p>
            <a:r>
              <a:rPr lang="en-US" altLang="zh-CN" sz="2400" b="1" dirty="0">
                <a:solidFill>
                  <a:schemeClr val="accent1">
                    <a:lumMod val="75000"/>
                  </a:schemeClr>
                </a:solidFill>
                <a:latin typeface="微软雅黑" panose="020B0503020204020204" charset="-122"/>
                <a:ea typeface="微软雅黑" panose="020B0503020204020204" charset="-122"/>
                <a:sym typeface="+mn-ea"/>
              </a:rPr>
              <a:t>2</a:t>
            </a:r>
            <a:r>
              <a:rPr lang="zh-CN" altLang="en-US" sz="2400" b="1" dirty="0">
                <a:solidFill>
                  <a:schemeClr val="accent1">
                    <a:lumMod val="75000"/>
                  </a:schemeClr>
                </a:solidFill>
                <a:latin typeface="微软雅黑" panose="020B0503020204020204" charset="-122"/>
                <a:ea typeface="微软雅黑" panose="020B0503020204020204" charset="-122"/>
                <a:sym typeface="+mn-ea"/>
              </a:rPr>
              <a:t>.</a:t>
            </a:r>
            <a:r>
              <a:rPr lang="en-US" altLang="zh-CN" sz="2400" b="1" dirty="0">
                <a:solidFill>
                  <a:schemeClr val="accent1">
                    <a:lumMod val="75000"/>
                  </a:schemeClr>
                </a:solidFill>
                <a:latin typeface="微软雅黑" panose="020B0503020204020204" charset="-122"/>
                <a:ea typeface="微软雅黑" panose="020B0503020204020204" charset="-122"/>
                <a:sym typeface="+mn-ea"/>
              </a:rPr>
              <a:t>4</a:t>
            </a:r>
            <a:r>
              <a:rPr lang="zh-CN" altLang="en-US" sz="2400" b="1" dirty="0">
                <a:solidFill>
                  <a:schemeClr val="accent1">
                    <a:lumMod val="75000"/>
                  </a:schemeClr>
                </a:solidFill>
                <a:latin typeface="微软雅黑" panose="020B0503020204020204" charset="-122"/>
                <a:ea typeface="微软雅黑" panose="020B0503020204020204" charset="-122"/>
                <a:sym typeface="+mn-ea"/>
              </a:rPr>
              <a:t> 业务</a:t>
            </a:r>
            <a:r>
              <a:rPr lang="zh-CN" altLang="en-US" sz="2400" b="1" dirty="0">
                <a:solidFill>
                  <a:schemeClr val="accent1">
                    <a:lumMod val="75000"/>
                  </a:schemeClr>
                </a:solidFill>
                <a:latin typeface="微软雅黑" panose="020B0503020204020204" charset="-122"/>
                <a:ea typeface="微软雅黑" panose="020B0503020204020204" charset="-122"/>
                <a:sym typeface="+mn-ea"/>
              </a:rPr>
              <a:t>流程分析</a:t>
            </a:r>
            <a:endParaRPr lang="zh-CN" altLang="en-US" sz="2400" b="1" dirty="0">
              <a:solidFill>
                <a:schemeClr val="accent1">
                  <a:lumMod val="75000"/>
                </a:schemeClr>
              </a:solidFill>
              <a:latin typeface="微软雅黑" panose="020B0503020204020204" charset="-122"/>
              <a:ea typeface="微软雅黑" panose="020B0503020204020204" charset="-122"/>
              <a:sym typeface="+mn-ea"/>
            </a:endParaRPr>
          </a:p>
        </p:txBody>
      </p:sp>
      <p:cxnSp>
        <p:nvCxnSpPr>
          <p:cNvPr id="37" name="直接连接符 36"/>
          <p:cNvCxnSpPr/>
          <p:nvPr>
            <p:custDataLst>
              <p:tags r:id="rId5"/>
            </p:custDataLst>
          </p:nvPr>
        </p:nvCxnSpPr>
        <p:spPr>
          <a:xfrm>
            <a:off x="4489336" y="1819604"/>
            <a:ext cx="0" cy="3739515"/>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spTree>
    <p:custDataLst>
      <p:tags r:id="rId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C:/Users/30931/AppData/Roaming/Kingsoft/office6/wppai/generateppt/926443D7FA3849A1A53B566EE7B2DD4A.jpg926443D7FA3849A1A53B566EE7B2DD4A"/>
          <p:cNvPicPr>
            <a:picLocks noChangeAspect="1"/>
          </p:cNvPicPr>
          <p:nvPr>
            <p:custDataLst>
              <p:tags r:id="rId1"/>
            </p:custDataLst>
          </p:nvPr>
        </p:nvPicPr>
        <p:blipFill>
          <a:blip r:embed="rId2"/>
          <a:srcRect t="45235" b="45235"/>
          <a:stretch>
            <a:fillRect/>
          </a:stretch>
        </p:blipFill>
        <p:spPr>
          <a:xfrm>
            <a:off x="0" y="0"/>
            <a:ext cx="12192000" cy="3429000"/>
          </a:xfrm>
          <a:prstGeom prst="rect">
            <a:avLst/>
          </a:prstGeom>
          <a:solidFill>
            <a:schemeClr val="accent1"/>
          </a:solidFill>
          <a:ln w="9525" cap="flat" cmpd="sng" algn="ctr">
            <a:solidFill>
              <a:schemeClr val="dk1">
                <a:lumMod val="40000"/>
                <a:lumOff val="60000"/>
                <a:alpha val="50000"/>
              </a:schemeClr>
            </a:solidFill>
            <a:prstDash val="solid"/>
            <a:round/>
            <a:headEnd type="none" w="med" len="med"/>
            <a:tailEnd type="none" w="med" len="med"/>
          </a:ln>
        </p:spPr>
      </p:pic>
      <p:sp>
        <p:nvSpPr>
          <p:cNvPr id="15" name="矩形: 圆角 14"/>
          <p:cNvSpPr/>
          <p:nvPr>
            <p:custDataLst>
              <p:tags r:id="rId3"/>
            </p:custDataLst>
          </p:nvPr>
        </p:nvSpPr>
        <p:spPr>
          <a:xfrm>
            <a:off x="530225" y="3091180"/>
            <a:ext cx="11129010" cy="3237865"/>
          </a:xfrm>
          <a:prstGeom prst="roundRect">
            <a:avLst>
              <a:gd name="adj" fmla="val 9236"/>
            </a:avLst>
          </a:prstGeom>
          <a:solidFill>
            <a:schemeClr val="lt1">
              <a:lumMod val="100000"/>
            </a:schemeClr>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rtlCol="0" anchor="ctr"/>
          <a:lstStyle/>
          <a:p>
            <a:pPr algn="ctr"/>
            <a:endParaRPr kumimoji="1" lang="zh-CN" altLang="en-US" sz="3200">
              <a:latin typeface="+mj-ea"/>
              <a:ea typeface="+mj-ea"/>
              <a:sym typeface="微软雅黑" panose="020B0503020204020204" charset="-122"/>
            </a:endParaRPr>
          </a:p>
        </p:txBody>
      </p:sp>
      <p:sp>
        <p:nvSpPr>
          <p:cNvPr id="17" name="标题 16"/>
          <p:cNvSpPr>
            <a:spLocks noGrp="1"/>
          </p:cNvSpPr>
          <p:nvPr>
            <p:ph type="title"/>
            <p:custDataLst>
              <p:tags r:id="rId4"/>
            </p:custDataLst>
          </p:nvPr>
        </p:nvSpPr>
        <p:spPr>
          <a:xfrm>
            <a:off x="1525270" y="3378835"/>
            <a:ext cx="9474200" cy="720090"/>
          </a:xfrm>
        </p:spPr>
        <p:txBody>
          <a:bodyPr anchor="ctr" anchorCtr="0">
            <a:normAutofit fontScale="90000"/>
          </a:bodyPr>
          <a:lstStyle/>
          <a:p>
            <a:r>
              <a:rPr lang="zh-CN" altLang="en-US" sz="5400"/>
              <a:t>系统目标分析</a:t>
            </a:r>
            <a:endParaRPr lang="zh-CN" altLang="en-US" sz="5400">
              <a:solidFill>
                <a:srgbClr val="000000"/>
              </a:solidFill>
            </a:endParaRPr>
          </a:p>
        </p:txBody>
      </p:sp>
      <p:sp>
        <p:nvSpPr>
          <p:cNvPr id="4" name="矩形 3"/>
          <p:cNvSpPr/>
          <p:nvPr>
            <p:custDataLst>
              <p:tags r:id="rId5"/>
            </p:custDataLst>
          </p:nvPr>
        </p:nvSpPr>
        <p:spPr>
          <a:xfrm>
            <a:off x="7041515" y="4785361"/>
            <a:ext cx="3959860" cy="1218565"/>
          </a:xfrm>
          <a:prstGeom prst="rect">
            <a:avLst/>
          </a:prstGeom>
          <a:noFill/>
        </p:spPr>
        <p:txBody>
          <a:bodyPr wrap="square" lIns="0" tIns="0" rIns="0" bIns="0" rtlCol="0" anchor="t">
            <a:noAutofit/>
          </a:bodyPr>
          <a:p>
            <a:pPr>
              <a:lnSpc>
                <a:spcPct val="150000"/>
              </a:lnSpc>
              <a:spcBef>
                <a:spcPct val="0"/>
              </a:spcBef>
              <a:spcAft>
                <a:spcPct val="0"/>
              </a:spcAft>
            </a:pPr>
            <a:r>
              <a:rPr lang="zh-CN" altLang="en-US" sz="1400" dirty="0">
                <a:solidFill>
                  <a:srgbClr val="000000"/>
                </a:solidFill>
                <a:latin typeface="+mn-ea"/>
                <a:cs typeface="+mn-ea"/>
                <a:sym typeface="+mn-ea"/>
              </a:rPr>
              <a:t>小程序主要应用于广大退役军人群体，适配常态化服务办理、政策资讯推送、就业创业帮扶、教育培训报名、健康管理服务、烈士英名录及纪念设施查询、智能政策问答等全场景业务需求。</a:t>
            </a:r>
            <a:endParaRPr lang="zh-CN" altLang="en-US" sz="1400" dirty="0">
              <a:solidFill>
                <a:srgbClr val="000000"/>
              </a:solidFill>
              <a:latin typeface="+mn-ea"/>
              <a:cs typeface="+mn-ea"/>
              <a:sym typeface="+mn-ea"/>
            </a:endParaRPr>
          </a:p>
        </p:txBody>
      </p:sp>
      <p:sp>
        <p:nvSpPr>
          <p:cNvPr id="6" name="矩形 5"/>
          <p:cNvSpPr/>
          <p:nvPr>
            <p:custDataLst>
              <p:tags r:id="rId6"/>
            </p:custDataLst>
          </p:nvPr>
        </p:nvSpPr>
        <p:spPr>
          <a:xfrm>
            <a:off x="7041515" y="4325621"/>
            <a:ext cx="3959860" cy="349250"/>
          </a:xfrm>
          <a:prstGeom prst="rect">
            <a:avLst/>
          </a:prstGeom>
          <a:noFill/>
        </p:spPr>
        <p:txBody>
          <a:bodyPr wrap="square" lIns="0" tIns="0" rIns="0" bIns="0" rtlCol="0" anchor="b" anchorCtr="0">
            <a:noAutofit/>
          </a:bodyPr>
          <a:p>
            <a:pPr>
              <a:spcBef>
                <a:spcPct val="0"/>
              </a:spcBef>
              <a:spcAft>
                <a:spcPct val="0"/>
              </a:spcAft>
            </a:pPr>
            <a:r>
              <a:rPr lang="zh-CN" altLang="en-US" sz="2000" b="1">
                <a:solidFill>
                  <a:schemeClr val="accent1"/>
                </a:solidFill>
                <a:latin typeface="+mn-ea"/>
                <a:cs typeface="+mn-ea"/>
                <a:sym typeface="+mn-ea"/>
              </a:rPr>
              <a:t>应用范围</a:t>
            </a:r>
            <a:endParaRPr lang="zh-CN" altLang="en-US" sz="2000" b="1">
              <a:solidFill>
                <a:schemeClr val="accent1"/>
              </a:solidFill>
              <a:latin typeface="+mn-ea"/>
              <a:cs typeface="+mn-ea"/>
              <a:sym typeface="+mn-ea"/>
            </a:endParaRPr>
          </a:p>
        </p:txBody>
      </p:sp>
      <p:sp>
        <p:nvSpPr>
          <p:cNvPr id="9" name="矩形 8"/>
          <p:cNvSpPr/>
          <p:nvPr>
            <p:custDataLst>
              <p:tags r:id="rId7"/>
            </p:custDataLst>
          </p:nvPr>
        </p:nvSpPr>
        <p:spPr>
          <a:xfrm>
            <a:off x="1527175" y="4785361"/>
            <a:ext cx="3959860" cy="1218565"/>
          </a:xfrm>
          <a:prstGeom prst="rect">
            <a:avLst/>
          </a:prstGeom>
          <a:noFill/>
        </p:spPr>
        <p:txBody>
          <a:bodyPr wrap="square" lIns="0" tIns="0" rIns="0" bIns="0" rtlCol="0" anchor="t">
            <a:noAutofit/>
          </a:bodyPr>
          <a:p>
            <a:pPr>
              <a:lnSpc>
                <a:spcPct val="150000"/>
              </a:lnSpc>
              <a:spcBef>
                <a:spcPct val="0"/>
              </a:spcBef>
              <a:spcAft>
                <a:spcPct val="0"/>
              </a:spcAft>
            </a:pPr>
            <a:r>
              <a:rPr lang="zh-CN" altLang="en-US" sz="1400" dirty="0">
                <a:solidFill>
                  <a:srgbClr val="000000"/>
                </a:solidFill>
                <a:latin typeface="+mn-ea"/>
                <a:cs typeface="+mn-ea"/>
                <a:sym typeface="+mn-ea"/>
              </a:rPr>
              <a:t>结合微信小程序与云开发技术，构建面向退役军人的综合服务系统，打造一个</a:t>
            </a:r>
            <a:r>
              <a:rPr lang="zh-CN" altLang="en-US" sz="1400" dirty="0">
                <a:solidFill>
                  <a:srgbClr val="000000"/>
                </a:solidFill>
                <a:latin typeface="+mn-ea"/>
                <a:cs typeface="+mn-ea"/>
                <a:sym typeface="+mn-ea"/>
              </a:rPr>
              <a:t>将资讯、培训、健康、纪念资源查询与个人成长记录整合为统一入口的轻量化产品</a:t>
            </a:r>
            <a:endParaRPr lang="zh-CN" altLang="en-US" sz="1400" dirty="0">
              <a:solidFill>
                <a:srgbClr val="000000"/>
              </a:solidFill>
              <a:latin typeface="+mn-ea"/>
              <a:cs typeface="+mn-ea"/>
              <a:sym typeface="+mn-ea"/>
            </a:endParaRPr>
          </a:p>
        </p:txBody>
      </p:sp>
      <p:sp>
        <p:nvSpPr>
          <p:cNvPr id="10" name="矩形 9"/>
          <p:cNvSpPr/>
          <p:nvPr>
            <p:custDataLst>
              <p:tags r:id="rId8"/>
            </p:custDataLst>
          </p:nvPr>
        </p:nvSpPr>
        <p:spPr>
          <a:xfrm>
            <a:off x="1527175" y="4325621"/>
            <a:ext cx="3959860" cy="349250"/>
          </a:xfrm>
          <a:prstGeom prst="rect">
            <a:avLst/>
          </a:prstGeom>
          <a:noFill/>
        </p:spPr>
        <p:txBody>
          <a:bodyPr wrap="square" lIns="0" tIns="0" rIns="0" bIns="0" rtlCol="0" anchor="b" anchorCtr="0">
            <a:noAutofit/>
          </a:bodyPr>
          <a:p>
            <a:pPr>
              <a:spcBef>
                <a:spcPct val="0"/>
              </a:spcBef>
              <a:spcAft>
                <a:spcPct val="0"/>
              </a:spcAft>
            </a:pPr>
            <a:r>
              <a:rPr lang="zh-CN" altLang="en-US" sz="2000" b="1" dirty="0">
                <a:solidFill>
                  <a:schemeClr val="accent1"/>
                </a:solidFill>
                <a:latin typeface="+mn-ea"/>
                <a:cs typeface="+mn-ea"/>
                <a:sym typeface="+mn-ea"/>
              </a:rPr>
              <a:t>“</a:t>
            </a:r>
            <a:r>
              <a:rPr lang="zh-CN" altLang="en-US" sz="2000" b="1" dirty="0">
                <a:solidFill>
                  <a:schemeClr val="accent1"/>
                </a:solidFill>
                <a:latin typeface="+mn-ea"/>
                <a:cs typeface="+mn-ea"/>
                <a:sym typeface="+mn-ea"/>
              </a:rPr>
              <a:t>兵</a:t>
            </a:r>
            <a:r>
              <a:rPr lang="en-US" altLang="zh-CN" sz="2000" b="1" dirty="0">
                <a:solidFill>
                  <a:schemeClr val="accent1"/>
                </a:solidFill>
                <a:latin typeface="+mn-ea"/>
                <a:cs typeface="+mn-ea"/>
                <a:sym typeface="+mn-ea"/>
              </a:rPr>
              <a:t>+</a:t>
            </a:r>
            <a:r>
              <a:rPr lang="zh-CN" altLang="en-US" sz="2000" b="1" dirty="0">
                <a:solidFill>
                  <a:schemeClr val="accent1"/>
                </a:solidFill>
                <a:latin typeface="+mn-ea"/>
                <a:cs typeface="+mn-ea"/>
                <a:sym typeface="+mn-ea"/>
              </a:rPr>
              <a:t>”</a:t>
            </a:r>
            <a:r>
              <a:rPr lang="zh-CN" altLang="en-US" sz="2000" b="1" dirty="0">
                <a:solidFill>
                  <a:schemeClr val="accent1"/>
                </a:solidFill>
                <a:latin typeface="+mn-ea"/>
                <a:cs typeface="+mn-ea"/>
                <a:sym typeface="+mn-ea"/>
              </a:rPr>
              <a:t>小程序目标</a:t>
            </a:r>
            <a:endParaRPr lang="zh-CN" altLang="en-US" sz="2000" b="1" dirty="0">
              <a:solidFill>
                <a:schemeClr val="accent1"/>
              </a:solidFill>
              <a:latin typeface="+mn-ea"/>
              <a:cs typeface="+mn-ea"/>
              <a:sym typeface="+mn-ea"/>
            </a:endParaRPr>
          </a:p>
        </p:txBody>
      </p:sp>
    </p:spTree>
    <p:custDataLst>
      <p:tags r:id="rId9"/>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矩形: 圆角 2"/>
          <p:cNvSpPr/>
          <p:nvPr>
            <p:custDataLst>
              <p:tags r:id="rId1"/>
            </p:custDataLst>
          </p:nvPr>
        </p:nvSpPr>
        <p:spPr>
          <a:xfrm>
            <a:off x="1150620" y="2763520"/>
            <a:ext cx="4056380" cy="3110230"/>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4" name="矩形 3"/>
          <p:cNvSpPr/>
          <p:nvPr>
            <p:custDataLst>
              <p:tags r:id="rId2"/>
            </p:custDataLst>
          </p:nvPr>
        </p:nvSpPr>
        <p:spPr>
          <a:xfrm>
            <a:off x="1416050" y="3891915"/>
            <a:ext cx="3490595" cy="1762760"/>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400" dirty="0">
                <a:solidFill>
                  <a:schemeClr val="tx1">
                    <a:lumMod val="85000"/>
                    <a:lumOff val="15000"/>
                  </a:schemeClr>
                </a:solidFill>
                <a:latin typeface="+mn-ea"/>
                <a:cs typeface="+mn-ea"/>
              </a:rPr>
              <a:t>在技术选型上采用了微信小程序、</a:t>
            </a:r>
            <a:r>
              <a:rPr lang="en-US" altLang="zh-CN" sz="1400" dirty="0">
                <a:solidFill>
                  <a:schemeClr val="tx1">
                    <a:lumMod val="85000"/>
                    <a:lumOff val="15000"/>
                  </a:schemeClr>
                </a:solidFill>
                <a:latin typeface="+mn-ea"/>
                <a:cs typeface="+mn-ea"/>
              </a:rPr>
              <a:t>Taro</a:t>
            </a:r>
            <a:r>
              <a:rPr lang="zh-CN" altLang="en-US" sz="1400" dirty="0">
                <a:solidFill>
                  <a:schemeClr val="tx1">
                    <a:lumMod val="85000"/>
                    <a:lumOff val="15000"/>
                  </a:schemeClr>
                </a:solidFill>
                <a:latin typeface="+mn-ea"/>
                <a:cs typeface="+mn-ea"/>
              </a:rPr>
              <a:t>、</a:t>
            </a:r>
            <a:r>
              <a:rPr lang="en-US" altLang="zh-CN" sz="1400" dirty="0">
                <a:solidFill>
                  <a:schemeClr val="tx1">
                    <a:lumMod val="85000"/>
                    <a:lumOff val="15000"/>
                  </a:schemeClr>
                </a:solidFill>
                <a:latin typeface="+mn-ea"/>
                <a:cs typeface="+mn-ea"/>
              </a:rPr>
              <a:t>React</a:t>
            </a:r>
            <a:r>
              <a:rPr lang="zh-CN" altLang="en-US" sz="1400" dirty="0">
                <a:solidFill>
                  <a:schemeClr val="tx1">
                    <a:lumMod val="85000"/>
                    <a:lumOff val="15000"/>
                  </a:schemeClr>
                </a:solidFill>
                <a:latin typeface="+mn-ea"/>
                <a:cs typeface="+mn-ea"/>
              </a:rPr>
              <a:t>、</a:t>
            </a:r>
            <a:r>
              <a:rPr lang="en-US" altLang="zh-CN" sz="1400" dirty="0">
                <a:solidFill>
                  <a:schemeClr val="tx1">
                    <a:lumMod val="85000"/>
                    <a:lumOff val="15000"/>
                  </a:schemeClr>
                </a:solidFill>
                <a:latin typeface="+mn-ea"/>
                <a:cs typeface="+mn-ea"/>
              </a:rPr>
              <a:t>TypeScript</a:t>
            </a:r>
            <a:r>
              <a:rPr lang="zh-CN" altLang="en-US" sz="1400" dirty="0">
                <a:solidFill>
                  <a:schemeClr val="tx1">
                    <a:lumMod val="85000"/>
                    <a:lumOff val="15000"/>
                  </a:schemeClr>
                </a:solidFill>
                <a:latin typeface="+mn-ea"/>
                <a:cs typeface="+mn-ea"/>
              </a:rPr>
              <a:t>、微信云开发、云数据库以及智能问答等技术，这些技术体系成熟度较高、生态完善、文档丰富，能够满足系统建设的实际需求。</a:t>
            </a:r>
            <a:endParaRPr lang="zh-CN" altLang="en-US" sz="1400" dirty="0">
              <a:solidFill>
                <a:schemeClr val="tx1">
                  <a:lumMod val="85000"/>
                  <a:lumOff val="15000"/>
                </a:schemeClr>
              </a:solidFill>
              <a:latin typeface="+mn-ea"/>
              <a:cs typeface="+mn-ea"/>
            </a:endParaRPr>
          </a:p>
        </p:txBody>
      </p:sp>
      <p:sp>
        <p:nvSpPr>
          <p:cNvPr id="10" name="圆角矩形 9"/>
          <p:cNvSpPr/>
          <p:nvPr>
            <p:custDataLst>
              <p:tags r:id="rId3"/>
            </p:custDataLst>
          </p:nvPr>
        </p:nvSpPr>
        <p:spPr>
          <a:xfrm>
            <a:off x="1415867" y="2325838"/>
            <a:ext cx="695240" cy="681247"/>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sz="2000" b="1">
                <a:solidFill>
                  <a:srgbClr val="FFFFFF"/>
                </a:solidFill>
                <a:latin typeface="+mn-ea"/>
                <a:cs typeface="+mn-ea"/>
                <a:sym typeface="+mn-ea"/>
              </a:rPr>
              <a:t>01</a:t>
            </a:r>
            <a:endParaRPr lang="en-US" altLang="zh-CN" sz="2000" b="1" dirty="0">
              <a:solidFill>
                <a:srgbClr val="FFFFFF"/>
              </a:solidFill>
              <a:latin typeface="+mn-ea"/>
              <a:cs typeface="+mn-ea"/>
              <a:sym typeface="+mn-ea"/>
            </a:endParaRPr>
          </a:p>
        </p:txBody>
      </p:sp>
      <p:sp>
        <p:nvSpPr>
          <p:cNvPr id="11" name="矩形: 圆角 2"/>
          <p:cNvSpPr/>
          <p:nvPr>
            <p:custDataLst>
              <p:tags r:id="rId4"/>
            </p:custDataLst>
          </p:nvPr>
        </p:nvSpPr>
        <p:spPr>
          <a:xfrm>
            <a:off x="6463030" y="2763520"/>
            <a:ext cx="4491990" cy="3110230"/>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12" name="矩形 11"/>
          <p:cNvSpPr/>
          <p:nvPr>
            <p:custDataLst>
              <p:tags r:id="rId5"/>
            </p:custDataLst>
          </p:nvPr>
        </p:nvSpPr>
        <p:spPr>
          <a:xfrm>
            <a:off x="6728460" y="3891280"/>
            <a:ext cx="3941445" cy="1762760"/>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400" dirty="0">
                <a:solidFill>
                  <a:schemeClr val="tx1">
                    <a:lumMod val="85000"/>
                    <a:lumOff val="15000"/>
                  </a:schemeClr>
                </a:solidFill>
                <a:latin typeface="+mn-ea"/>
                <a:cs typeface="+mn-ea"/>
              </a:rPr>
              <a:t>本系统采用首页、服务、智能咨询、资讯、个人中心五大底部导航模块，用户能够以较短路径进入所需功能页面。提供了智能咨询</a:t>
            </a:r>
            <a:r>
              <a:rPr lang="zh-CN" altLang="en-US" sz="1400" dirty="0">
                <a:solidFill>
                  <a:schemeClr val="tx1">
                    <a:lumMod val="85000"/>
                    <a:lumOff val="15000"/>
                  </a:schemeClr>
                </a:solidFill>
                <a:latin typeface="+mn-ea"/>
                <a:cs typeface="+mn-ea"/>
              </a:rPr>
              <a:t>及搜索服务，用户可以直接通过关键词进行</a:t>
            </a:r>
            <a:r>
              <a:rPr lang="zh-CN" altLang="en-US" sz="1400" dirty="0">
                <a:solidFill>
                  <a:schemeClr val="tx1">
                    <a:lumMod val="85000"/>
                    <a:lumOff val="15000"/>
                  </a:schemeClr>
                </a:solidFill>
                <a:latin typeface="+mn-ea"/>
                <a:cs typeface="+mn-ea"/>
              </a:rPr>
              <a:t>搜索，而不必层层查找菜单或手动检索复杂政策内容，这进一步提高了系统的易用性。</a:t>
            </a:r>
            <a:endParaRPr lang="zh-CN" altLang="en-US" sz="1400" dirty="0">
              <a:solidFill>
                <a:schemeClr val="tx1">
                  <a:lumMod val="85000"/>
                  <a:lumOff val="15000"/>
                </a:schemeClr>
              </a:solidFill>
              <a:latin typeface="+mn-ea"/>
              <a:cs typeface="+mn-ea"/>
            </a:endParaRPr>
          </a:p>
        </p:txBody>
      </p:sp>
      <p:sp>
        <p:nvSpPr>
          <p:cNvPr id="13" name="圆角矩形 12"/>
          <p:cNvSpPr/>
          <p:nvPr>
            <p:custDataLst>
              <p:tags r:id="rId6"/>
            </p:custDataLst>
          </p:nvPr>
        </p:nvSpPr>
        <p:spPr>
          <a:xfrm>
            <a:off x="6728553" y="2325838"/>
            <a:ext cx="695240" cy="681247"/>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sz="2000" b="1">
                <a:solidFill>
                  <a:srgbClr val="FFFFFF"/>
                </a:solidFill>
                <a:latin typeface="+mn-ea"/>
                <a:cs typeface="+mn-ea"/>
                <a:sym typeface="+mn-ea"/>
              </a:rPr>
              <a:t>02</a:t>
            </a:r>
            <a:endParaRPr lang="en-US" altLang="zh-CN" sz="2000" b="1" dirty="0">
              <a:solidFill>
                <a:srgbClr val="FFFFFF"/>
              </a:solidFill>
              <a:latin typeface="+mn-ea"/>
              <a:cs typeface="+mn-ea"/>
              <a:sym typeface="+mn-ea"/>
            </a:endParaRPr>
          </a:p>
        </p:txBody>
      </p:sp>
      <p:cxnSp>
        <p:nvCxnSpPr>
          <p:cNvPr id="16" name="直接连接符 15"/>
          <p:cNvCxnSpPr/>
          <p:nvPr>
            <p:custDataLst>
              <p:tags r:id="rId7"/>
            </p:custDataLst>
          </p:nvPr>
        </p:nvCxnSpPr>
        <p:spPr>
          <a:xfrm flipV="1">
            <a:off x="1336357" y="3743034"/>
            <a:ext cx="2128263"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cxnSp>
        <p:nvCxnSpPr>
          <p:cNvPr id="17" name="直接连接符 16"/>
          <p:cNvCxnSpPr/>
          <p:nvPr>
            <p:custDataLst>
              <p:tags r:id="rId8"/>
            </p:custDataLst>
          </p:nvPr>
        </p:nvCxnSpPr>
        <p:spPr>
          <a:xfrm flipV="1">
            <a:off x="6643327" y="3745574"/>
            <a:ext cx="2128263"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18" name="矩形 17"/>
          <p:cNvSpPr/>
          <p:nvPr>
            <p:custDataLst>
              <p:tags r:id="rId9"/>
            </p:custDataLst>
          </p:nvPr>
        </p:nvSpPr>
        <p:spPr>
          <a:xfrm>
            <a:off x="1419048" y="3153384"/>
            <a:ext cx="1995711" cy="443351"/>
          </a:xfrm>
          <a:prstGeom prst="rect">
            <a:avLst/>
          </a:prstGeom>
          <a:noFill/>
        </p:spPr>
        <p:txBody>
          <a:bodyPr wrap="square" lIns="0" tIns="0" rIns="0" bIns="0" rtlCol="0" anchor="ctr" anchorCtr="0">
            <a:noAutofit/>
          </a:bodyPr>
          <a:p>
            <a:pPr>
              <a:spcBef>
                <a:spcPct val="0"/>
              </a:spcBef>
              <a:spcAft>
                <a:spcPct val="0"/>
              </a:spcAft>
            </a:pPr>
            <a:r>
              <a:rPr lang="zh-CN" altLang="en-US" b="1">
                <a:solidFill>
                  <a:schemeClr val="accent1"/>
                </a:solidFill>
                <a:latin typeface="+mn-ea"/>
                <a:cs typeface="+mn-ea"/>
              </a:rPr>
              <a:t>技术</a:t>
            </a:r>
            <a:r>
              <a:rPr lang="zh-CN" altLang="en-US" b="1">
                <a:solidFill>
                  <a:schemeClr val="accent1"/>
                </a:solidFill>
                <a:latin typeface="+mn-ea"/>
                <a:cs typeface="+mn-ea"/>
              </a:rPr>
              <a:t>可行性</a:t>
            </a:r>
            <a:endParaRPr lang="zh-CN" altLang="en-US" b="1">
              <a:solidFill>
                <a:schemeClr val="accent1"/>
              </a:solidFill>
              <a:latin typeface="+mn-ea"/>
              <a:cs typeface="+mn-ea"/>
            </a:endParaRPr>
          </a:p>
        </p:txBody>
      </p:sp>
      <p:sp>
        <p:nvSpPr>
          <p:cNvPr id="19" name="矩形 18"/>
          <p:cNvSpPr/>
          <p:nvPr>
            <p:custDataLst>
              <p:tags r:id="rId10"/>
            </p:custDataLst>
          </p:nvPr>
        </p:nvSpPr>
        <p:spPr>
          <a:xfrm>
            <a:off x="6728562" y="3157196"/>
            <a:ext cx="1995711" cy="443351"/>
          </a:xfrm>
          <a:prstGeom prst="rect">
            <a:avLst/>
          </a:prstGeom>
          <a:noFill/>
        </p:spPr>
        <p:txBody>
          <a:bodyPr wrap="square" lIns="0" tIns="0" rIns="0" bIns="0" rtlCol="0" anchor="ctr" anchorCtr="0">
            <a:noAutofit/>
          </a:bodyPr>
          <a:p>
            <a:pPr>
              <a:spcBef>
                <a:spcPct val="0"/>
              </a:spcBef>
              <a:spcAft>
                <a:spcPct val="0"/>
              </a:spcAft>
            </a:pPr>
            <a:r>
              <a:rPr lang="zh-CN" altLang="en-US" b="1">
                <a:solidFill>
                  <a:schemeClr val="accent1"/>
                </a:solidFill>
                <a:latin typeface="+mn-ea"/>
                <a:cs typeface="+mn-ea"/>
              </a:rPr>
              <a:t>操作</a:t>
            </a:r>
            <a:r>
              <a:rPr lang="zh-CN" altLang="en-US" b="1">
                <a:solidFill>
                  <a:schemeClr val="accent1"/>
                </a:solidFill>
                <a:latin typeface="+mn-ea"/>
                <a:cs typeface="+mn-ea"/>
              </a:rPr>
              <a:t>可行性</a:t>
            </a:r>
            <a:endParaRPr lang="zh-CN" altLang="en-US" b="1">
              <a:solidFill>
                <a:schemeClr val="accent1"/>
              </a:solidFill>
              <a:latin typeface="+mn-ea"/>
              <a:cs typeface="+mn-ea"/>
            </a:endParaRPr>
          </a:p>
        </p:txBody>
      </p:sp>
      <p:sp>
        <p:nvSpPr>
          <p:cNvPr id="5" name="标题 4"/>
          <p:cNvSpPr>
            <a:spLocks noGrp="1"/>
          </p:cNvSpPr>
          <p:nvPr>
            <p:ph type="title"/>
            <p:custDataLst>
              <p:tags r:id="rId11"/>
            </p:custDataLst>
          </p:nvPr>
        </p:nvSpPr>
        <p:spPr>
          <a:xfrm>
            <a:off x="694690" y="676910"/>
            <a:ext cx="10800080" cy="535940"/>
          </a:xfrm>
        </p:spPr>
        <p:txBody>
          <a:bodyPr>
            <a:normAutofit fontScale="90000"/>
          </a:bodyPr>
          <a:p>
            <a:r>
              <a:rPr lang="zh-CN" altLang="en-US"/>
              <a:t>可行性</a:t>
            </a:r>
            <a:r>
              <a:rPr lang="zh-CN" altLang="en-US"/>
              <a:t>分析</a:t>
            </a:r>
            <a:endParaRPr lang="zh-CN" altLang="en-US"/>
          </a:p>
        </p:txBody>
      </p:sp>
      <p:sp>
        <p:nvSpPr>
          <p:cNvPr id="2" name="文本框 1"/>
          <p:cNvSpPr txBox="1"/>
          <p:nvPr/>
        </p:nvSpPr>
        <p:spPr>
          <a:xfrm>
            <a:off x="608330" y="1337310"/>
            <a:ext cx="11062970" cy="645160"/>
          </a:xfrm>
          <a:prstGeom prst="rect">
            <a:avLst/>
          </a:prstGeom>
          <a:noFill/>
        </p:spPr>
        <p:txBody>
          <a:bodyPr wrap="square" rtlCol="0">
            <a:spAutoFit/>
          </a:bodyPr>
          <a:p>
            <a:pPr indent="457200"/>
            <a:r>
              <a:rPr lang="zh-CN" altLang="en-US"/>
              <a:t>系统可行性分析是开展系统设计与开发的重要前提。结合本项目的应用场景、技术方案和实现条件，可以从技术可行性、操作可行性两个方面进行分析。</a:t>
            </a:r>
            <a:endParaRPr lang="zh-CN" altLang="en-US"/>
          </a:p>
        </p:txBody>
      </p:sp>
    </p:spTree>
    <p:custDataLst>
      <p:tags r:id="rId1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p:custDataLst>
              <p:tags r:id="rId1"/>
            </p:custDataLst>
          </p:nvPr>
        </p:nvSpPr>
        <p:spPr>
          <a:xfrm>
            <a:off x="468626" y="3308639"/>
            <a:ext cx="2159956" cy="1132297"/>
          </a:xfrm>
          <a:prstGeom prst="rect">
            <a:avLst/>
          </a:prstGeom>
          <a:ln>
            <a:noFill/>
            <a:prstDash val="sysDash"/>
          </a:ln>
        </p:spPr>
        <p:txBody>
          <a:bodyPr vert="horz" wrap="square" lIns="0" tIns="0" rIns="0" bIns="0" rtlCol="0">
            <a:noAutofit/>
          </a:bodyPr>
          <a:p>
            <a:pPr>
              <a:lnSpc>
                <a:spcPct val="150000"/>
              </a:lnSpc>
              <a:spcBef>
                <a:spcPct val="0"/>
              </a:spcBef>
              <a:spcAft>
                <a:spcPct val="0"/>
              </a:spcAft>
            </a:pPr>
            <a:r>
              <a:rPr lang="zh-CN" altLang="en-US" sz="1200" kern="0">
                <a:ln>
                  <a:noFill/>
                  <a:prstDash val="sysDot"/>
                </a:ln>
                <a:solidFill>
                  <a:schemeClr val="tx1">
                    <a:lumMod val="85000"/>
                    <a:lumOff val="15000"/>
                  </a:schemeClr>
                </a:solidFill>
                <a:latin typeface="+mn-ea"/>
                <a:cs typeface="+mn-ea"/>
              </a:rPr>
              <a:t>实现用户登录、登录状态校验、个人资料查看与修改、手机号绑定等基础用户管理功能</a:t>
            </a:r>
            <a:r>
              <a:rPr lang="en-US" altLang="zh-CN" sz="1200" kern="0">
                <a:ln>
                  <a:noFill/>
                  <a:prstDash val="sysDot"/>
                </a:ln>
                <a:solidFill>
                  <a:schemeClr val="tx1">
                    <a:lumMod val="85000"/>
                    <a:lumOff val="15000"/>
                  </a:schemeClr>
                </a:solidFill>
                <a:latin typeface="+mn-ea"/>
                <a:cs typeface="+mn-ea"/>
              </a:rPr>
              <a:t>，</a:t>
            </a:r>
            <a:r>
              <a:rPr lang="zh-CN" altLang="en-US" sz="1200" kern="0">
                <a:ln>
                  <a:noFill/>
                  <a:prstDash val="sysDot"/>
                </a:ln>
                <a:solidFill>
                  <a:schemeClr val="tx1">
                    <a:lumMod val="85000"/>
                    <a:lumOff val="15000"/>
                  </a:schemeClr>
                </a:solidFill>
                <a:latin typeface="+mn-ea"/>
                <a:cs typeface="+mn-ea"/>
              </a:rPr>
              <a:t>确保系统安全性和操作规范性。</a:t>
            </a:r>
            <a:endParaRPr lang="zh-CN" altLang="en-US" sz="1200" kern="0">
              <a:ln>
                <a:noFill/>
                <a:prstDash val="sysDot"/>
              </a:ln>
              <a:solidFill>
                <a:schemeClr val="tx1">
                  <a:lumMod val="85000"/>
                  <a:lumOff val="15000"/>
                </a:schemeClr>
              </a:solidFill>
              <a:latin typeface="+mn-ea"/>
              <a:cs typeface="+mn-ea"/>
            </a:endParaRPr>
          </a:p>
        </p:txBody>
      </p:sp>
      <p:sp>
        <p:nvSpPr>
          <p:cNvPr id="9" name="矩形 8"/>
          <p:cNvSpPr/>
          <p:nvPr>
            <p:custDataLst>
              <p:tags r:id="rId2"/>
            </p:custDataLst>
          </p:nvPr>
        </p:nvSpPr>
        <p:spPr>
          <a:xfrm>
            <a:off x="443861" y="2646348"/>
            <a:ext cx="2159956" cy="591101"/>
          </a:xfrm>
          <a:prstGeom prst="rect">
            <a:avLst/>
          </a:prstGeom>
          <a:noFill/>
        </p:spPr>
        <p:txBody>
          <a:bodyPr wrap="square" lIns="0" tIns="0" rIns="0" bIns="0" rtlCol="0" anchor="b">
            <a:noAutofit/>
          </a:bodyPr>
          <a:p>
            <a:pPr>
              <a:spcBef>
                <a:spcPct val="0"/>
              </a:spcBef>
              <a:spcAft>
                <a:spcPct val="0"/>
              </a:spcAft>
            </a:pPr>
            <a:r>
              <a:rPr lang="zh-CN" altLang="en-US" sz="1700" b="1" kern="0">
                <a:solidFill>
                  <a:schemeClr val="accent1"/>
                </a:solidFill>
                <a:latin typeface="+mn-ea"/>
                <a:cs typeface="+mn-ea"/>
              </a:rPr>
              <a:t>用户与个人信息管理</a:t>
            </a:r>
            <a:endParaRPr lang="zh-CN" altLang="en-US" sz="1700" b="1" kern="0">
              <a:solidFill>
                <a:schemeClr val="accent1"/>
              </a:solidFill>
              <a:latin typeface="+mn-ea"/>
              <a:cs typeface="+mn-ea"/>
            </a:endParaRPr>
          </a:p>
        </p:txBody>
      </p:sp>
      <p:sp>
        <p:nvSpPr>
          <p:cNvPr id="13" name="矩形 12"/>
          <p:cNvSpPr/>
          <p:nvPr>
            <p:custDataLst>
              <p:tags r:id="rId3"/>
            </p:custDataLst>
          </p:nvPr>
        </p:nvSpPr>
        <p:spPr>
          <a:xfrm>
            <a:off x="468626" y="1801189"/>
            <a:ext cx="1325181" cy="991613"/>
          </a:xfrm>
          <a:prstGeom prst="rect">
            <a:avLst/>
          </a:prstGeom>
          <a:noFill/>
        </p:spPr>
        <p:txBody>
          <a:bodyPr wrap="none" lIns="0" tIns="0" rIns="0" bIns="0" rtlCol="0" anchor="ctr">
            <a:normAutofit fontScale="80000"/>
          </a:bodyPr>
          <a:p>
            <a:pPr>
              <a:spcBef>
                <a:spcPct val="0"/>
              </a:spcBef>
              <a:spcAft>
                <a:spcPct val="0"/>
              </a:spcAft>
            </a:pPr>
            <a:r>
              <a:rPr lang="en-US" altLang="zh-CN" sz="7200" b="1" kern="0">
                <a:solidFill>
                  <a:schemeClr val="accent1"/>
                </a:solidFill>
                <a:latin typeface="+mn-ea"/>
                <a:cs typeface="+mn-ea"/>
              </a:rPr>
              <a:t>01</a:t>
            </a:r>
            <a:endParaRPr lang="zh-CN" altLang="en-US" sz="7200" b="1" kern="0">
              <a:solidFill>
                <a:schemeClr val="accent1"/>
              </a:solidFill>
              <a:latin typeface="+mn-ea"/>
              <a:cs typeface="+mn-ea"/>
            </a:endParaRPr>
          </a:p>
        </p:txBody>
      </p:sp>
      <p:sp>
        <p:nvSpPr>
          <p:cNvPr id="16" name="矩形 15"/>
          <p:cNvSpPr/>
          <p:nvPr>
            <p:custDataLst>
              <p:tags r:id="rId4"/>
            </p:custDataLst>
          </p:nvPr>
        </p:nvSpPr>
        <p:spPr>
          <a:xfrm>
            <a:off x="2835214" y="3316894"/>
            <a:ext cx="2159956" cy="1132297"/>
          </a:xfrm>
          <a:prstGeom prst="rect">
            <a:avLst/>
          </a:prstGeom>
          <a:ln>
            <a:noFill/>
            <a:prstDash val="sysDash"/>
          </a:ln>
        </p:spPr>
        <p:txBody>
          <a:bodyPr vert="horz" wrap="square" lIns="0" tIns="0" rIns="0" bIns="0" rtlCol="0">
            <a:noAutofit/>
          </a:bodyPr>
          <a:p>
            <a:pPr>
              <a:lnSpc>
                <a:spcPct val="150000"/>
              </a:lnSpc>
              <a:spcBef>
                <a:spcPct val="0"/>
              </a:spcBef>
              <a:spcAft>
                <a:spcPct val="0"/>
              </a:spcAft>
            </a:pPr>
            <a:r>
              <a:rPr lang="zh-CN" altLang="en-US" sz="1200" kern="0">
                <a:ln>
                  <a:noFill/>
                  <a:prstDash val="sysDot"/>
                </a:ln>
                <a:solidFill>
                  <a:schemeClr val="tx1">
                    <a:lumMod val="85000"/>
                    <a:lumOff val="15000"/>
                  </a:schemeClr>
                </a:solidFill>
                <a:latin typeface="+mn-ea"/>
                <a:cs typeface="+mn-ea"/>
              </a:rPr>
              <a:t>支持退役军人相关资讯内容的获取、分类展示和详情浏览。资讯内容应包括政策类信息、媒体报道、地方动态以及系统内维护的特色专栏内容。</a:t>
            </a:r>
            <a:endParaRPr lang="zh-CN" altLang="en-US" sz="1200" kern="0">
              <a:ln>
                <a:noFill/>
                <a:prstDash val="sysDot"/>
              </a:ln>
              <a:solidFill>
                <a:schemeClr val="tx1">
                  <a:lumMod val="85000"/>
                  <a:lumOff val="15000"/>
                </a:schemeClr>
              </a:solidFill>
              <a:latin typeface="+mn-ea"/>
              <a:cs typeface="+mn-ea"/>
            </a:endParaRPr>
          </a:p>
        </p:txBody>
      </p:sp>
      <p:sp>
        <p:nvSpPr>
          <p:cNvPr id="17" name="矩形 16"/>
          <p:cNvSpPr/>
          <p:nvPr>
            <p:custDataLst>
              <p:tags r:id="rId5"/>
            </p:custDataLst>
          </p:nvPr>
        </p:nvSpPr>
        <p:spPr>
          <a:xfrm>
            <a:off x="2832039" y="2646348"/>
            <a:ext cx="2159956" cy="591101"/>
          </a:xfrm>
          <a:prstGeom prst="rect">
            <a:avLst/>
          </a:prstGeom>
          <a:noFill/>
        </p:spPr>
        <p:txBody>
          <a:bodyPr wrap="square" lIns="0" tIns="0" rIns="0" bIns="0" rtlCol="0" anchor="b">
            <a:noAutofit/>
          </a:bodyPr>
          <a:p>
            <a:pPr>
              <a:spcBef>
                <a:spcPct val="0"/>
              </a:spcBef>
              <a:spcAft>
                <a:spcPct val="0"/>
              </a:spcAft>
            </a:pPr>
            <a:r>
              <a:rPr lang="zh-CN" altLang="en-US" sz="1700" b="1" kern="0">
                <a:solidFill>
                  <a:schemeClr val="accent1"/>
                </a:solidFill>
                <a:latin typeface="+mn-ea"/>
                <a:cs typeface="+mn-ea"/>
              </a:rPr>
              <a:t>新闻资讯服务</a:t>
            </a:r>
            <a:endParaRPr lang="zh-CN" altLang="en-US" sz="1700" b="1" kern="0">
              <a:solidFill>
                <a:schemeClr val="accent1"/>
              </a:solidFill>
              <a:latin typeface="+mn-ea"/>
              <a:cs typeface="+mn-ea"/>
            </a:endParaRPr>
          </a:p>
        </p:txBody>
      </p:sp>
      <p:sp>
        <p:nvSpPr>
          <p:cNvPr id="18" name="矩形 17"/>
          <p:cNvSpPr/>
          <p:nvPr>
            <p:custDataLst>
              <p:tags r:id="rId6"/>
            </p:custDataLst>
          </p:nvPr>
        </p:nvSpPr>
        <p:spPr>
          <a:xfrm>
            <a:off x="2776794" y="1849449"/>
            <a:ext cx="1325181" cy="991613"/>
          </a:xfrm>
          <a:prstGeom prst="rect">
            <a:avLst/>
          </a:prstGeom>
          <a:noFill/>
        </p:spPr>
        <p:txBody>
          <a:bodyPr wrap="none" lIns="0" tIns="0" rIns="0" bIns="0" rtlCol="0" anchor="ctr">
            <a:normAutofit fontScale="80000"/>
          </a:bodyPr>
          <a:p>
            <a:pPr>
              <a:spcBef>
                <a:spcPct val="0"/>
              </a:spcBef>
              <a:spcAft>
                <a:spcPct val="0"/>
              </a:spcAft>
            </a:pPr>
            <a:r>
              <a:rPr lang="en-US" altLang="zh-CN" sz="7200" b="1" kern="0" dirty="0">
                <a:solidFill>
                  <a:schemeClr val="accent1"/>
                </a:solidFill>
                <a:latin typeface="+mn-ea"/>
                <a:cs typeface="+mn-ea"/>
              </a:rPr>
              <a:t>02</a:t>
            </a:r>
            <a:endParaRPr lang="zh-CN" altLang="en-US" sz="7200" b="1" kern="0" dirty="0">
              <a:solidFill>
                <a:schemeClr val="accent1"/>
              </a:solidFill>
              <a:latin typeface="+mn-ea"/>
              <a:cs typeface="+mn-ea"/>
            </a:endParaRPr>
          </a:p>
        </p:txBody>
      </p:sp>
      <p:sp>
        <p:nvSpPr>
          <p:cNvPr id="20" name="矩形 19"/>
          <p:cNvSpPr/>
          <p:nvPr>
            <p:custDataLst>
              <p:tags r:id="rId7"/>
            </p:custDataLst>
          </p:nvPr>
        </p:nvSpPr>
        <p:spPr>
          <a:xfrm>
            <a:off x="5194182" y="3308639"/>
            <a:ext cx="2159956" cy="1132297"/>
          </a:xfrm>
          <a:prstGeom prst="rect">
            <a:avLst/>
          </a:prstGeom>
          <a:ln>
            <a:noFill/>
            <a:prstDash val="sysDash"/>
          </a:ln>
        </p:spPr>
        <p:txBody>
          <a:bodyPr vert="horz" wrap="square" lIns="0" tIns="0" rIns="0" bIns="0" rtlCol="0">
            <a:noAutofit/>
          </a:bodyPr>
          <a:p>
            <a:pPr>
              <a:lnSpc>
                <a:spcPct val="150000"/>
              </a:lnSpc>
              <a:spcBef>
                <a:spcPct val="0"/>
              </a:spcBef>
              <a:spcAft>
                <a:spcPct val="0"/>
              </a:spcAft>
            </a:pPr>
            <a:r>
              <a:rPr lang="zh-CN" altLang="en-US" sz="1200" kern="0">
                <a:ln>
                  <a:noFill/>
                  <a:prstDash val="sysDot"/>
                </a:ln>
                <a:solidFill>
                  <a:schemeClr val="tx1">
                    <a:lumMod val="85000"/>
                    <a:lumOff val="15000"/>
                  </a:schemeClr>
                </a:solidFill>
                <a:latin typeface="+mn-ea"/>
                <a:cs typeface="+mn-ea"/>
              </a:rPr>
              <a:t>支持个人职业生涯提升模块，助力退役军人提升职业竞争力、实现职业发展进阶；增设个性化生活记录与荣誉表彰功能</a:t>
            </a:r>
            <a:r>
              <a:rPr lang="en-US" altLang="zh-CN" sz="1200" kern="0">
                <a:ln>
                  <a:noFill/>
                  <a:prstDash val="sysDot"/>
                </a:ln>
                <a:solidFill>
                  <a:schemeClr val="tx1">
                    <a:lumMod val="85000"/>
                    <a:lumOff val="15000"/>
                  </a:schemeClr>
                </a:solidFill>
                <a:latin typeface="+mn-ea"/>
                <a:cs typeface="+mn-ea"/>
              </a:rPr>
              <a:t>。</a:t>
            </a:r>
            <a:endParaRPr lang="en-US" altLang="zh-CN" sz="1200" kern="0">
              <a:ln>
                <a:noFill/>
                <a:prstDash val="sysDot"/>
              </a:ln>
              <a:solidFill>
                <a:schemeClr val="tx1">
                  <a:lumMod val="85000"/>
                  <a:lumOff val="15000"/>
                </a:schemeClr>
              </a:solidFill>
              <a:latin typeface="+mn-ea"/>
              <a:cs typeface="+mn-ea"/>
            </a:endParaRPr>
          </a:p>
        </p:txBody>
      </p:sp>
      <p:sp>
        <p:nvSpPr>
          <p:cNvPr id="21" name="矩形 20"/>
          <p:cNvSpPr/>
          <p:nvPr>
            <p:custDataLst>
              <p:tags r:id="rId8"/>
            </p:custDataLst>
          </p:nvPr>
        </p:nvSpPr>
        <p:spPr>
          <a:xfrm>
            <a:off x="5183387" y="2646348"/>
            <a:ext cx="2159956" cy="591101"/>
          </a:xfrm>
          <a:prstGeom prst="rect">
            <a:avLst/>
          </a:prstGeom>
          <a:noFill/>
        </p:spPr>
        <p:txBody>
          <a:bodyPr wrap="square" lIns="0" tIns="0" rIns="0" bIns="0" rtlCol="0" anchor="b">
            <a:noAutofit/>
          </a:bodyPr>
          <a:p>
            <a:pPr>
              <a:spcBef>
                <a:spcPct val="0"/>
              </a:spcBef>
              <a:spcAft>
                <a:spcPct val="0"/>
              </a:spcAft>
            </a:pPr>
            <a:r>
              <a:rPr lang="zh-CN" altLang="en-US" sz="1700" b="1" kern="0">
                <a:solidFill>
                  <a:schemeClr val="accent1"/>
                </a:solidFill>
                <a:latin typeface="+mn-ea"/>
                <a:cs typeface="+mn-ea"/>
              </a:rPr>
              <a:t>个性化</a:t>
            </a:r>
            <a:r>
              <a:rPr lang="zh-CN" altLang="en-US" sz="1700" b="1" kern="0">
                <a:solidFill>
                  <a:schemeClr val="accent1"/>
                </a:solidFill>
                <a:latin typeface="+mn-ea"/>
                <a:cs typeface="+mn-ea"/>
              </a:rPr>
              <a:t>成长服务</a:t>
            </a:r>
            <a:endParaRPr lang="zh-CN" altLang="en-US" sz="1700" b="1" kern="0">
              <a:solidFill>
                <a:schemeClr val="accent1"/>
              </a:solidFill>
              <a:latin typeface="+mn-ea"/>
              <a:cs typeface="+mn-ea"/>
            </a:endParaRPr>
          </a:p>
        </p:txBody>
      </p:sp>
      <p:sp>
        <p:nvSpPr>
          <p:cNvPr id="22" name="矩形 21"/>
          <p:cNvSpPr/>
          <p:nvPr>
            <p:custDataLst>
              <p:tags r:id="rId9"/>
            </p:custDataLst>
          </p:nvPr>
        </p:nvSpPr>
        <p:spPr>
          <a:xfrm>
            <a:off x="5178307" y="1801824"/>
            <a:ext cx="1325181" cy="991613"/>
          </a:xfrm>
          <a:prstGeom prst="rect">
            <a:avLst/>
          </a:prstGeom>
          <a:noFill/>
        </p:spPr>
        <p:txBody>
          <a:bodyPr wrap="none" lIns="0" tIns="0" rIns="0" bIns="0" rtlCol="0" anchor="ctr">
            <a:normAutofit fontScale="80000"/>
          </a:bodyPr>
          <a:p>
            <a:pPr>
              <a:spcBef>
                <a:spcPct val="0"/>
              </a:spcBef>
              <a:spcAft>
                <a:spcPct val="0"/>
              </a:spcAft>
            </a:pPr>
            <a:r>
              <a:rPr lang="en-US" altLang="zh-CN" sz="7200" b="1" kern="0" dirty="0">
                <a:solidFill>
                  <a:schemeClr val="accent1"/>
                </a:solidFill>
                <a:latin typeface="+mn-ea"/>
                <a:cs typeface="+mn-ea"/>
              </a:rPr>
              <a:t>03</a:t>
            </a:r>
            <a:endParaRPr lang="zh-CN" altLang="en-US" sz="7200" b="1" kern="0" dirty="0">
              <a:solidFill>
                <a:schemeClr val="accent1"/>
              </a:solidFill>
              <a:latin typeface="+mn-ea"/>
              <a:cs typeface="+mn-ea"/>
            </a:endParaRPr>
          </a:p>
        </p:txBody>
      </p:sp>
      <p:sp>
        <p:nvSpPr>
          <p:cNvPr id="24" name="矩形 23"/>
          <p:cNvSpPr/>
          <p:nvPr>
            <p:custDataLst>
              <p:tags r:id="rId10"/>
            </p:custDataLst>
          </p:nvPr>
        </p:nvSpPr>
        <p:spPr>
          <a:xfrm>
            <a:off x="7499174" y="3317529"/>
            <a:ext cx="2159956" cy="1132297"/>
          </a:xfrm>
          <a:prstGeom prst="rect">
            <a:avLst/>
          </a:prstGeom>
          <a:ln>
            <a:noFill/>
            <a:prstDash val="sysDash"/>
          </a:ln>
        </p:spPr>
        <p:txBody>
          <a:bodyPr vert="horz" wrap="square" lIns="0" tIns="0" rIns="0" bIns="0" rtlCol="0">
            <a:noAutofit/>
          </a:bodyPr>
          <a:p>
            <a:pPr>
              <a:lnSpc>
                <a:spcPct val="150000"/>
              </a:lnSpc>
              <a:spcBef>
                <a:spcPct val="0"/>
              </a:spcBef>
              <a:spcAft>
                <a:spcPct val="0"/>
              </a:spcAft>
            </a:pPr>
            <a:r>
              <a:rPr lang="zh-CN" altLang="en-US" sz="1200" kern="0">
                <a:ln>
                  <a:noFill/>
                  <a:prstDash val="sysDot"/>
                </a:ln>
                <a:solidFill>
                  <a:schemeClr val="tx1">
                    <a:lumMod val="85000"/>
                    <a:lumOff val="15000"/>
                  </a:schemeClr>
                </a:solidFill>
                <a:latin typeface="+mn-ea"/>
                <a:cs typeface="+mn-ea"/>
              </a:rPr>
              <a:t>提供烈士英名录检索查询、红色纪念设施位置及信息查阅，便于用户缅怀英烈事迹，传承红色拥军精神。</a:t>
            </a:r>
            <a:endParaRPr lang="zh-CN" altLang="en-US" sz="1200" kern="0">
              <a:ln>
                <a:noFill/>
                <a:prstDash val="sysDot"/>
              </a:ln>
              <a:solidFill>
                <a:schemeClr val="tx1">
                  <a:lumMod val="85000"/>
                  <a:lumOff val="15000"/>
                </a:schemeClr>
              </a:solidFill>
              <a:latin typeface="+mn-ea"/>
              <a:cs typeface="+mn-ea"/>
            </a:endParaRPr>
          </a:p>
        </p:txBody>
      </p:sp>
      <p:sp>
        <p:nvSpPr>
          <p:cNvPr id="25" name="矩形 24"/>
          <p:cNvSpPr/>
          <p:nvPr>
            <p:custDataLst>
              <p:tags r:id="rId11"/>
            </p:custDataLst>
          </p:nvPr>
        </p:nvSpPr>
        <p:spPr>
          <a:xfrm>
            <a:off x="7541719" y="2599358"/>
            <a:ext cx="2159956" cy="591101"/>
          </a:xfrm>
          <a:prstGeom prst="rect">
            <a:avLst/>
          </a:prstGeom>
          <a:noFill/>
        </p:spPr>
        <p:txBody>
          <a:bodyPr wrap="square" lIns="0" tIns="0" rIns="0" bIns="0" rtlCol="0" anchor="b">
            <a:noAutofit/>
          </a:bodyPr>
          <a:p>
            <a:pPr>
              <a:spcBef>
                <a:spcPct val="0"/>
              </a:spcBef>
              <a:spcAft>
                <a:spcPct val="0"/>
              </a:spcAft>
            </a:pPr>
            <a:r>
              <a:rPr lang="zh-CN" altLang="en-US" sz="1700" b="1" kern="0">
                <a:solidFill>
                  <a:schemeClr val="accent1"/>
                </a:solidFill>
                <a:latin typeface="+mn-ea"/>
                <a:cs typeface="+mn-ea"/>
              </a:rPr>
              <a:t>红色</a:t>
            </a:r>
            <a:r>
              <a:rPr lang="zh-CN" altLang="en-US" sz="1700" b="1" kern="0">
                <a:solidFill>
                  <a:schemeClr val="accent1"/>
                </a:solidFill>
                <a:latin typeface="+mn-ea"/>
                <a:cs typeface="+mn-ea"/>
              </a:rPr>
              <a:t>纪念服务</a:t>
            </a:r>
            <a:endParaRPr lang="zh-CN" altLang="en-US" sz="1700" b="1" kern="0">
              <a:solidFill>
                <a:schemeClr val="accent1"/>
              </a:solidFill>
              <a:latin typeface="+mn-ea"/>
              <a:cs typeface="+mn-ea"/>
            </a:endParaRPr>
          </a:p>
        </p:txBody>
      </p:sp>
      <p:sp>
        <p:nvSpPr>
          <p:cNvPr id="26" name="矩形 25"/>
          <p:cNvSpPr/>
          <p:nvPr>
            <p:custDataLst>
              <p:tags r:id="rId12"/>
            </p:custDataLst>
          </p:nvPr>
        </p:nvSpPr>
        <p:spPr>
          <a:xfrm>
            <a:off x="7518224" y="1801824"/>
            <a:ext cx="1325181" cy="991613"/>
          </a:xfrm>
          <a:prstGeom prst="rect">
            <a:avLst/>
          </a:prstGeom>
          <a:noFill/>
        </p:spPr>
        <p:txBody>
          <a:bodyPr wrap="none" lIns="0" tIns="0" rIns="0" bIns="0" rtlCol="0" anchor="ctr">
            <a:normAutofit fontScale="80000"/>
          </a:bodyPr>
          <a:p>
            <a:pPr>
              <a:spcBef>
                <a:spcPct val="0"/>
              </a:spcBef>
              <a:spcAft>
                <a:spcPct val="0"/>
              </a:spcAft>
            </a:pPr>
            <a:r>
              <a:rPr lang="en-US" altLang="zh-CN" sz="7200" b="1" kern="0">
                <a:solidFill>
                  <a:schemeClr val="accent1"/>
                </a:solidFill>
                <a:latin typeface="+mn-ea"/>
                <a:cs typeface="+mn-ea"/>
              </a:rPr>
              <a:t>04</a:t>
            </a:r>
            <a:endParaRPr lang="zh-CN" altLang="en-US" sz="7200" b="1" kern="0">
              <a:solidFill>
                <a:schemeClr val="accent1"/>
              </a:solidFill>
              <a:latin typeface="+mn-ea"/>
              <a:cs typeface="+mn-ea"/>
            </a:endParaRPr>
          </a:p>
        </p:txBody>
      </p:sp>
      <p:cxnSp>
        <p:nvCxnSpPr>
          <p:cNvPr id="36" name="直接连接符 35"/>
          <p:cNvCxnSpPr/>
          <p:nvPr>
            <p:custDataLst>
              <p:tags r:id="rId13"/>
            </p:custDataLst>
          </p:nvPr>
        </p:nvCxnSpPr>
        <p:spPr>
          <a:xfrm>
            <a:off x="2731713" y="1782774"/>
            <a:ext cx="0" cy="4427087"/>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14"/>
            </p:custDataLst>
          </p:nvPr>
        </p:nvCxnSpPr>
        <p:spPr>
          <a:xfrm>
            <a:off x="5084966" y="1783409"/>
            <a:ext cx="0" cy="4427087"/>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custDataLst>
              <p:tags r:id="rId15"/>
            </p:custDataLst>
          </p:nvPr>
        </p:nvCxnSpPr>
        <p:spPr>
          <a:xfrm>
            <a:off x="7431233" y="1801824"/>
            <a:ext cx="0" cy="4427087"/>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pic>
        <p:nvPicPr>
          <p:cNvPr id="39" name="图片 38" descr="C:/Users/30931/AppData/Roaming/Kingsoft/office6/wppai/generateppt/1177175903FC40CAB57CD45931A4580B.jpg1177175903FC40CAB57CD45931A4580B"/>
          <p:cNvPicPr>
            <a:picLocks noChangeAspect="1"/>
          </p:cNvPicPr>
          <p:nvPr>
            <p:custDataLst>
              <p:tags r:id="rId16"/>
            </p:custDataLst>
          </p:nvPr>
        </p:nvPicPr>
        <p:blipFill rotWithShape="1">
          <a:blip r:embed="rId17"/>
          <a:srcRect t="20000" b="20000"/>
          <a:stretch>
            <a:fillRect/>
          </a:stretch>
        </p:blipFill>
        <p:spPr>
          <a:xfrm>
            <a:off x="445131" y="4781815"/>
            <a:ext cx="2159956" cy="1295974"/>
          </a:xfrm>
          <a:prstGeom prst="rect">
            <a:avLst/>
          </a:prstGeom>
          <a:solidFill>
            <a:schemeClr val="accent1"/>
          </a:solidFill>
          <a:ln>
            <a:solidFill>
              <a:schemeClr val="accent1">
                <a:alpha val="20000"/>
              </a:schemeClr>
            </a:solidFill>
          </a:ln>
        </p:spPr>
      </p:pic>
      <p:sp>
        <p:nvSpPr>
          <p:cNvPr id="5" name="标题 4"/>
          <p:cNvSpPr>
            <a:spLocks noGrp="1"/>
          </p:cNvSpPr>
          <p:nvPr>
            <p:ph type="title"/>
            <p:custDataLst>
              <p:tags r:id="rId18"/>
            </p:custDataLst>
          </p:nvPr>
        </p:nvSpPr>
        <p:spPr>
          <a:xfrm>
            <a:off x="694690" y="676910"/>
            <a:ext cx="10800080" cy="535940"/>
          </a:xfrm>
        </p:spPr>
        <p:txBody>
          <a:bodyPr>
            <a:normAutofit fontScale="90000"/>
          </a:bodyPr>
          <a:p>
            <a:r>
              <a:rPr lang="zh-CN" altLang="en-US"/>
              <a:t>系统功能分析</a:t>
            </a:r>
            <a:endParaRPr lang="zh-CN" altLang="en-US"/>
          </a:p>
        </p:txBody>
      </p:sp>
      <p:pic>
        <p:nvPicPr>
          <p:cNvPr id="2" name="图片 1"/>
          <p:cNvPicPr>
            <a:picLocks noChangeAspect="1"/>
          </p:cNvPicPr>
          <p:nvPr/>
        </p:nvPicPr>
        <p:blipFill>
          <a:blip r:embed="rId19"/>
          <a:stretch>
            <a:fillRect/>
          </a:stretch>
        </p:blipFill>
        <p:spPr>
          <a:xfrm>
            <a:off x="2826385" y="4781550"/>
            <a:ext cx="2160270" cy="1304290"/>
          </a:xfrm>
          <a:prstGeom prst="rect">
            <a:avLst/>
          </a:prstGeom>
          <a:ln>
            <a:solidFill>
              <a:schemeClr val="accent1"/>
            </a:solidFill>
          </a:ln>
        </p:spPr>
      </p:pic>
      <p:cxnSp>
        <p:nvCxnSpPr>
          <p:cNvPr id="3" name="直接连接符 2"/>
          <p:cNvCxnSpPr/>
          <p:nvPr>
            <p:custDataLst>
              <p:tags r:id="rId20"/>
            </p:custDataLst>
          </p:nvPr>
        </p:nvCxnSpPr>
        <p:spPr>
          <a:xfrm>
            <a:off x="9804863" y="1801824"/>
            <a:ext cx="0" cy="4427087"/>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sp>
        <p:nvSpPr>
          <p:cNvPr id="6" name="矩形 5"/>
          <p:cNvSpPr/>
          <p:nvPr>
            <p:custDataLst>
              <p:tags r:id="rId21"/>
            </p:custDataLst>
          </p:nvPr>
        </p:nvSpPr>
        <p:spPr>
          <a:xfrm>
            <a:off x="9900109" y="1849449"/>
            <a:ext cx="1325181" cy="991613"/>
          </a:xfrm>
          <a:prstGeom prst="rect">
            <a:avLst/>
          </a:prstGeom>
          <a:noFill/>
        </p:spPr>
        <p:txBody>
          <a:bodyPr wrap="none" lIns="0" tIns="0" rIns="0" bIns="0" rtlCol="0" anchor="ctr">
            <a:normAutofit fontScale="80000"/>
          </a:bodyPr>
          <a:p>
            <a:pPr>
              <a:spcBef>
                <a:spcPct val="0"/>
              </a:spcBef>
              <a:spcAft>
                <a:spcPct val="0"/>
              </a:spcAft>
            </a:pPr>
            <a:r>
              <a:rPr lang="en-US" altLang="zh-CN" sz="7200" b="1" kern="0">
                <a:solidFill>
                  <a:schemeClr val="accent1"/>
                </a:solidFill>
                <a:latin typeface="+mn-ea"/>
                <a:cs typeface="+mn-ea"/>
              </a:rPr>
              <a:t>05</a:t>
            </a:r>
            <a:endParaRPr lang="zh-CN" altLang="en-US" sz="7200" b="1" kern="0">
              <a:solidFill>
                <a:schemeClr val="accent1"/>
              </a:solidFill>
              <a:latin typeface="+mn-ea"/>
              <a:cs typeface="+mn-ea"/>
            </a:endParaRPr>
          </a:p>
        </p:txBody>
      </p:sp>
      <p:sp>
        <p:nvSpPr>
          <p:cNvPr id="7" name="矩形 6"/>
          <p:cNvSpPr/>
          <p:nvPr>
            <p:custDataLst>
              <p:tags r:id="rId22"/>
            </p:custDataLst>
          </p:nvPr>
        </p:nvSpPr>
        <p:spPr>
          <a:xfrm>
            <a:off x="9947734" y="2599358"/>
            <a:ext cx="2159956" cy="591101"/>
          </a:xfrm>
          <a:prstGeom prst="rect">
            <a:avLst/>
          </a:prstGeom>
          <a:noFill/>
        </p:spPr>
        <p:txBody>
          <a:bodyPr wrap="square" lIns="0" tIns="0" rIns="0" bIns="0" rtlCol="0" anchor="b">
            <a:noAutofit/>
          </a:bodyPr>
          <a:p>
            <a:pPr>
              <a:spcBef>
                <a:spcPct val="0"/>
              </a:spcBef>
              <a:spcAft>
                <a:spcPct val="0"/>
              </a:spcAft>
            </a:pPr>
            <a:r>
              <a:rPr lang="zh-CN" altLang="en-US" sz="1700" b="1" kern="0">
                <a:solidFill>
                  <a:schemeClr val="accent1"/>
                </a:solidFill>
                <a:latin typeface="+mn-ea"/>
                <a:cs typeface="+mn-ea"/>
              </a:rPr>
              <a:t>智能政策</a:t>
            </a:r>
            <a:r>
              <a:rPr lang="zh-CN" altLang="en-US" sz="1700" b="1" kern="0">
                <a:solidFill>
                  <a:schemeClr val="accent1"/>
                </a:solidFill>
                <a:latin typeface="+mn-ea"/>
                <a:cs typeface="+mn-ea"/>
              </a:rPr>
              <a:t>咨询</a:t>
            </a:r>
            <a:endParaRPr lang="zh-CN" altLang="en-US" sz="1700" b="1" kern="0">
              <a:solidFill>
                <a:schemeClr val="accent1"/>
              </a:solidFill>
              <a:latin typeface="+mn-ea"/>
              <a:cs typeface="+mn-ea"/>
            </a:endParaRPr>
          </a:p>
        </p:txBody>
      </p:sp>
      <p:pic>
        <p:nvPicPr>
          <p:cNvPr id="10" name="图片 9"/>
          <p:cNvPicPr>
            <a:picLocks noChangeAspect="1"/>
          </p:cNvPicPr>
          <p:nvPr/>
        </p:nvPicPr>
        <p:blipFill>
          <a:blip r:embed="rId23"/>
          <a:stretch>
            <a:fillRect/>
          </a:stretch>
        </p:blipFill>
        <p:spPr>
          <a:xfrm>
            <a:off x="5168900" y="4798695"/>
            <a:ext cx="2171700" cy="1304290"/>
          </a:xfrm>
          <a:prstGeom prst="rect">
            <a:avLst/>
          </a:prstGeom>
        </p:spPr>
      </p:pic>
      <p:pic>
        <p:nvPicPr>
          <p:cNvPr id="11" name="图片 10"/>
          <p:cNvPicPr>
            <a:picLocks noChangeAspect="1"/>
          </p:cNvPicPr>
          <p:nvPr/>
        </p:nvPicPr>
        <p:blipFill>
          <a:blip r:embed="rId24"/>
          <a:stretch>
            <a:fillRect/>
          </a:stretch>
        </p:blipFill>
        <p:spPr>
          <a:xfrm>
            <a:off x="7503160" y="4798695"/>
            <a:ext cx="2230120" cy="1295400"/>
          </a:xfrm>
          <a:prstGeom prst="rect">
            <a:avLst/>
          </a:prstGeom>
        </p:spPr>
      </p:pic>
      <p:pic>
        <p:nvPicPr>
          <p:cNvPr id="12" name="图片 11"/>
          <p:cNvPicPr>
            <a:picLocks noChangeAspect="1"/>
          </p:cNvPicPr>
          <p:nvPr/>
        </p:nvPicPr>
        <p:blipFill>
          <a:blip r:embed="rId25"/>
          <a:stretch>
            <a:fillRect/>
          </a:stretch>
        </p:blipFill>
        <p:spPr>
          <a:xfrm>
            <a:off x="9876790" y="4809490"/>
            <a:ext cx="2086610" cy="1276350"/>
          </a:xfrm>
          <a:prstGeom prst="rect">
            <a:avLst/>
          </a:prstGeom>
        </p:spPr>
      </p:pic>
      <p:sp>
        <p:nvSpPr>
          <p:cNvPr id="14" name="矩形 13"/>
          <p:cNvSpPr/>
          <p:nvPr>
            <p:custDataLst>
              <p:tags r:id="rId26"/>
            </p:custDataLst>
          </p:nvPr>
        </p:nvSpPr>
        <p:spPr>
          <a:xfrm>
            <a:off x="9883775" y="3317875"/>
            <a:ext cx="2160270" cy="1402715"/>
          </a:xfrm>
          <a:prstGeom prst="rect">
            <a:avLst/>
          </a:prstGeom>
          <a:ln>
            <a:noFill/>
            <a:prstDash val="sysDash"/>
          </a:ln>
        </p:spPr>
        <p:txBody>
          <a:bodyPr vert="horz" wrap="square" lIns="0" tIns="0" rIns="0" bIns="0" rtlCol="0">
            <a:noAutofit/>
          </a:bodyPr>
          <a:p>
            <a:pPr>
              <a:lnSpc>
                <a:spcPct val="150000"/>
              </a:lnSpc>
              <a:spcBef>
                <a:spcPct val="0"/>
              </a:spcBef>
              <a:spcAft>
                <a:spcPct val="0"/>
              </a:spcAft>
            </a:pPr>
            <a:r>
              <a:rPr lang="zh-CN" altLang="en-US" sz="1200" kern="0">
                <a:ln>
                  <a:noFill/>
                  <a:prstDash val="sysDot"/>
                </a:ln>
                <a:solidFill>
                  <a:schemeClr val="tx1">
                    <a:lumMod val="85000"/>
                    <a:lumOff val="15000"/>
                  </a:schemeClr>
                </a:solidFill>
                <a:latin typeface="+mn-ea"/>
                <a:cs typeface="+mn-ea"/>
              </a:rPr>
              <a:t>搭载智能政策问答模块，覆盖征兵政策、优抚补助、就业创业等相关内容，可自动解析用户提问并精准推送政策解读，为退役军人提供全天候智能化咨询服务。</a:t>
            </a:r>
            <a:endParaRPr lang="zh-CN" altLang="en-US" sz="1200" kern="0">
              <a:ln>
                <a:noFill/>
                <a:prstDash val="sysDot"/>
              </a:ln>
              <a:solidFill>
                <a:schemeClr val="tx1">
                  <a:lumMod val="85000"/>
                  <a:lumOff val="15000"/>
                </a:schemeClr>
              </a:solidFill>
              <a:latin typeface="+mn-ea"/>
              <a:cs typeface="+mn-ea"/>
            </a:endParaRPr>
          </a:p>
        </p:txBody>
      </p:sp>
    </p:spTree>
    <p:custDataLst>
      <p:tags r:id="rId27"/>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标题 4"/>
          <p:cNvSpPr>
            <a:spLocks noGrp="1"/>
          </p:cNvSpPr>
          <p:nvPr>
            <p:ph type="title"/>
            <p:custDataLst>
              <p:tags r:id="rId1"/>
            </p:custDataLst>
          </p:nvPr>
        </p:nvSpPr>
        <p:spPr>
          <a:xfrm>
            <a:off x="694690" y="676910"/>
            <a:ext cx="10800080" cy="535940"/>
          </a:xfrm>
        </p:spPr>
        <p:txBody>
          <a:bodyPr>
            <a:normAutofit fontScale="90000"/>
          </a:bodyPr>
          <a:p>
            <a:r>
              <a:rPr lang="zh-CN" altLang="en-US"/>
              <a:t>业务</a:t>
            </a:r>
            <a:r>
              <a:rPr lang="zh-CN" altLang="en-US"/>
              <a:t>流程分析</a:t>
            </a:r>
            <a:endParaRPr lang="zh-CN" altLang="en-US"/>
          </a:p>
        </p:txBody>
      </p:sp>
      <p:sp>
        <p:nvSpPr>
          <p:cNvPr id="4" name="文本框 3"/>
          <p:cNvSpPr txBox="1"/>
          <p:nvPr/>
        </p:nvSpPr>
        <p:spPr>
          <a:xfrm>
            <a:off x="812165" y="1920240"/>
            <a:ext cx="4170045" cy="4498975"/>
          </a:xfrm>
          <a:prstGeom prst="rect">
            <a:avLst/>
          </a:prstGeom>
          <a:noFill/>
        </p:spPr>
        <p:txBody>
          <a:bodyPr wrap="square" rtlCol="0">
            <a:noAutofit/>
          </a:bodyPr>
          <a:p>
            <a:r>
              <a:rPr lang="zh-CN" altLang="en-US"/>
              <a:t>系统总体业务流程可概括为：</a:t>
            </a:r>
            <a:endParaRPr lang="zh-CN" altLang="en-US"/>
          </a:p>
          <a:p>
            <a:pPr indent="457200"/>
            <a:r>
              <a:rPr lang="zh-CN" altLang="en-US"/>
              <a:t>用户进入微信小程序后，首先浏览小程序首页或通过底部导航进入目标服务模块</a:t>
            </a:r>
            <a:r>
              <a:rPr lang="en-US" altLang="zh-CN"/>
              <a:t>。</a:t>
            </a:r>
            <a:r>
              <a:rPr lang="zh-CN" altLang="en-US"/>
              <a:t>对于一般信息浏览类服务，用户可直接查看。例如资讯、纪念设施等内容</a:t>
            </a:r>
            <a:r>
              <a:rPr lang="en-US" altLang="zh-CN"/>
              <a:t>，</a:t>
            </a:r>
            <a:r>
              <a:rPr lang="zh-CN" altLang="en-US"/>
              <a:t>但对于需要身份关联的功能，如个人资料维护、培训报名、健康记录、军魂记录等，用户需先完成登录；如果用户未完成登陆则会提示用户进行登陆</a:t>
            </a:r>
            <a:r>
              <a:rPr lang="en-US" altLang="zh-CN"/>
              <a:t>，</a:t>
            </a:r>
            <a:r>
              <a:rPr lang="zh-CN" altLang="en-US"/>
              <a:t>登陆后才能进入相应</a:t>
            </a:r>
            <a:r>
              <a:rPr lang="zh-CN" altLang="en-US"/>
              <a:t>服务系统接收到用户请求后，调用相应云函数进行业务处理，读取或写入云数据库，并将处理结果返回给前端页面，最终展示给用户。</a:t>
            </a:r>
            <a:endParaRPr lang="zh-CN" altLang="en-US"/>
          </a:p>
        </p:txBody>
      </p:sp>
      <p:pic>
        <p:nvPicPr>
          <p:cNvPr id="15" name="图片 5"/>
          <p:cNvPicPr>
            <a:picLocks noChangeAspect="1"/>
          </p:cNvPicPr>
          <p:nvPr/>
        </p:nvPicPr>
        <p:blipFill>
          <a:blip r:embed="rId2"/>
          <a:stretch>
            <a:fillRect/>
          </a:stretch>
        </p:blipFill>
        <p:spPr>
          <a:xfrm>
            <a:off x="6543040" y="1212850"/>
            <a:ext cx="4099560" cy="4830445"/>
          </a:xfrm>
          <a:prstGeom prst="rect">
            <a:avLst/>
          </a:prstGeom>
          <a:noFill/>
          <a:ln>
            <a:noFill/>
          </a:ln>
        </p:spPr>
      </p:pic>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061550" y="3016291"/>
            <a:ext cx="3085171" cy="922020"/>
          </a:xfrm>
          <a:prstGeom prst="rect">
            <a:avLst/>
          </a:prstGeom>
          <a:noFill/>
        </p:spPr>
        <p:txBody>
          <a:bodyPr wrap="square">
            <a:spAutoFit/>
          </a:bodyPr>
          <a:lstStyle/>
          <a:p>
            <a:pPr algn="ctr">
              <a:lnSpc>
                <a:spcPct val="150000"/>
              </a:lnSpc>
            </a:pPr>
            <a:r>
              <a:rPr lang="en-US" altLang="zh-CN" sz="3600" b="1" dirty="0">
                <a:solidFill>
                  <a:schemeClr val="accent1">
                    <a:lumMod val="75000"/>
                  </a:schemeClr>
                </a:solidFill>
                <a:latin typeface="微软雅黑" panose="020B0503020204020204" charset="-122"/>
                <a:ea typeface="微软雅黑" panose="020B0503020204020204" charset="-122"/>
              </a:rPr>
              <a:t>03 </a:t>
            </a:r>
            <a:r>
              <a:rPr lang="zh-CN" altLang="en-US" sz="3600" b="1" dirty="0">
                <a:solidFill>
                  <a:schemeClr val="accent1">
                    <a:lumMod val="75000"/>
                  </a:schemeClr>
                </a:solidFill>
                <a:latin typeface="微软雅黑" panose="020B0503020204020204" charset="-122"/>
                <a:ea typeface="微软雅黑" panose="020B0503020204020204" charset="-122"/>
              </a:rPr>
              <a:t>系统设计</a:t>
            </a:r>
            <a:endParaRPr lang="zh-CN" altLang="en-US" sz="3600" b="1" dirty="0">
              <a:solidFill>
                <a:schemeClr val="accent1">
                  <a:lumMod val="75000"/>
                </a:schemeClr>
              </a:solidFill>
              <a:latin typeface="微软雅黑" panose="020B0503020204020204" charset="-122"/>
              <a:ea typeface="微软雅黑" panose="020B0503020204020204" charset="-122"/>
            </a:endParaRPr>
          </a:p>
        </p:txBody>
      </p:sp>
      <p:sp>
        <p:nvSpPr>
          <p:cNvPr id="6" name="灯片编号占位符 5"/>
          <p:cNvSpPr>
            <a:spLocks noGrp="1"/>
          </p:cNvSpPr>
          <p:nvPr>
            <p:ph type="sldNum" sz="quarter" idx="12"/>
            <p:custDataLst>
              <p:tags r:id="rId2"/>
            </p:custDataLst>
          </p:nvPr>
        </p:nvSpPr>
        <p:spPr/>
        <p:txBody>
          <a:bodyPr/>
          <a:lstStyle/>
          <a:p>
            <a:fld id="{C730C15E-7DE8-4003-AC2F-632DCF856F49}" type="slidenum">
              <a:rPr lang="zh-CN" altLang="en-US" smtClean="0"/>
            </a:fld>
            <a:endParaRPr lang="zh-CN" altLang="en-US" dirty="0"/>
          </a:p>
        </p:txBody>
      </p:sp>
      <p:pic>
        <p:nvPicPr>
          <p:cNvPr id="5" name="图片 4"/>
          <p:cNvPicPr>
            <a:picLocks noChangeAspect="1"/>
          </p:cNvPicPr>
          <p:nvPr>
            <p:custDataLst>
              <p:tags r:id="rId3"/>
            </p:custDataLst>
          </p:nvPr>
        </p:nvPicPr>
        <p:blipFill>
          <a:blip r:embed="rId4"/>
          <a:stretch>
            <a:fillRect/>
          </a:stretch>
        </p:blipFill>
        <p:spPr>
          <a:xfrm>
            <a:off x="0" y="19050"/>
            <a:ext cx="3047365" cy="914400"/>
          </a:xfrm>
          <a:prstGeom prst="rect">
            <a:avLst/>
          </a:prstGeom>
        </p:spPr>
      </p:pic>
      <p:sp>
        <p:nvSpPr>
          <p:cNvPr id="2" name="文本框 1"/>
          <p:cNvSpPr txBox="1"/>
          <p:nvPr/>
        </p:nvSpPr>
        <p:spPr>
          <a:xfrm>
            <a:off x="4832350" y="1478915"/>
            <a:ext cx="6096000" cy="460375"/>
          </a:xfrm>
          <a:prstGeom prst="rect">
            <a:avLst/>
          </a:prstGeom>
          <a:noFill/>
        </p:spPr>
        <p:txBody>
          <a:bodyPr wrap="square" rtlCol="0" anchor="t">
            <a:spAutoFit/>
          </a:bodyPr>
          <a:p>
            <a:r>
              <a:rPr lang="en-US" altLang="zh-CN" sz="2400" b="1" dirty="0">
                <a:solidFill>
                  <a:schemeClr val="accent1">
                    <a:lumMod val="75000"/>
                  </a:schemeClr>
                </a:solidFill>
                <a:latin typeface="微软雅黑" panose="020B0503020204020204" charset="-122"/>
                <a:ea typeface="微软雅黑" panose="020B0503020204020204" charset="-122"/>
                <a:sym typeface="+mn-ea"/>
              </a:rPr>
              <a:t>3</a:t>
            </a:r>
            <a:r>
              <a:rPr lang="zh-CN" altLang="en-US" sz="2400" b="1" dirty="0">
                <a:solidFill>
                  <a:schemeClr val="accent1">
                    <a:lumMod val="75000"/>
                  </a:schemeClr>
                </a:solidFill>
                <a:latin typeface="微软雅黑" panose="020B0503020204020204" charset="-122"/>
                <a:ea typeface="微软雅黑" panose="020B0503020204020204" charset="-122"/>
                <a:sym typeface="+mn-ea"/>
              </a:rPr>
              <a:t>.1 系统总体</a:t>
            </a:r>
            <a:r>
              <a:rPr lang="zh-CN" altLang="en-US" sz="2400" b="1" dirty="0">
                <a:solidFill>
                  <a:schemeClr val="accent1">
                    <a:lumMod val="75000"/>
                  </a:schemeClr>
                </a:solidFill>
                <a:latin typeface="微软雅黑" panose="020B0503020204020204" charset="-122"/>
                <a:ea typeface="微软雅黑" panose="020B0503020204020204" charset="-122"/>
                <a:sym typeface="+mn-ea"/>
              </a:rPr>
              <a:t>设计</a:t>
            </a:r>
            <a:endParaRPr lang="zh-CN" altLang="en-US" sz="2400" b="1" dirty="0">
              <a:solidFill>
                <a:schemeClr val="accent1">
                  <a:lumMod val="75000"/>
                </a:schemeClr>
              </a:solidFill>
              <a:latin typeface="微软雅黑" panose="020B0503020204020204" charset="-122"/>
              <a:ea typeface="微软雅黑" panose="020B0503020204020204" charset="-122"/>
              <a:sym typeface="+mn-ea"/>
            </a:endParaRPr>
          </a:p>
        </p:txBody>
      </p:sp>
      <p:sp>
        <p:nvSpPr>
          <p:cNvPr id="3" name="文本框 2"/>
          <p:cNvSpPr txBox="1"/>
          <p:nvPr/>
        </p:nvSpPr>
        <p:spPr>
          <a:xfrm>
            <a:off x="4839335" y="2242820"/>
            <a:ext cx="6096000" cy="460375"/>
          </a:xfrm>
          <a:prstGeom prst="rect">
            <a:avLst/>
          </a:prstGeom>
          <a:noFill/>
        </p:spPr>
        <p:txBody>
          <a:bodyPr wrap="square" rtlCol="0" anchor="t">
            <a:spAutoFit/>
          </a:bodyPr>
          <a:p>
            <a:r>
              <a:rPr lang="en-US" altLang="zh-CN" sz="2400" b="1" dirty="0">
                <a:solidFill>
                  <a:schemeClr val="accent1">
                    <a:lumMod val="75000"/>
                  </a:schemeClr>
                </a:solidFill>
                <a:latin typeface="微软雅黑" panose="020B0503020204020204" charset="-122"/>
                <a:ea typeface="微软雅黑" panose="020B0503020204020204" charset="-122"/>
                <a:sym typeface="+mn-ea"/>
              </a:rPr>
              <a:t>3</a:t>
            </a:r>
            <a:r>
              <a:rPr lang="zh-CN" altLang="en-US" sz="2400" b="1" dirty="0">
                <a:solidFill>
                  <a:schemeClr val="accent1">
                    <a:lumMod val="75000"/>
                  </a:schemeClr>
                </a:solidFill>
                <a:latin typeface="微软雅黑" panose="020B0503020204020204" charset="-122"/>
                <a:ea typeface="微软雅黑" panose="020B0503020204020204" charset="-122"/>
                <a:sym typeface="+mn-ea"/>
              </a:rPr>
              <a:t>.</a:t>
            </a:r>
            <a:r>
              <a:rPr lang="en-US" altLang="zh-CN" sz="2400" b="1" dirty="0">
                <a:solidFill>
                  <a:schemeClr val="accent1">
                    <a:lumMod val="75000"/>
                  </a:schemeClr>
                </a:solidFill>
                <a:latin typeface="微软雅黑" panose="020B0503020204020204" charset="-122"/>
                <a:ea typeface="微软雅黑" panose="020B0503020204020204" charset="-122"/>
                <a:sym typeface="+mn-ea"/>
              </a:rPr>
              <a:t>2</a:t>
            </a:r>
            <a:r>
              <a:rPr lang="zh-CN" altLang="en-US" sz="2400" b="1" dirty="0">
                <a:solidFill>
                  <a:schemeClr val="accent1">
                    <a:lumMod val="75000"/>
                  </a:schemeClr>
                </a:solidFill>
                <a:latin typeface="微软雅黑" panose="020B0503020204020204" charset="-122"/>
                <a:ea typeface="微软雅黑" panose="020B0503020204020204" charset="-122"/>
                <a:sym typeface="+mn-ea"/>
              </a:rPr>
              <a:t> 系统详细</a:t>
            </a:r>
            <a:r>
              <a:rPr lang="zh-CN" altLang="en-US" sz="2400" b="1" dirty="0">
                <a:solidFill>
                  <a:schemeClr val="accent1">
                    <a:lumMod val="75000"/>
                  </a:schemeClr>
                </a:solidFill>
                <a:latin typeface="微软雅黑" panose="020B0503020204020204" charset="-122"/>
                <a:ea typeface="微软雅黑" panose="020B0503020204020204" charset="-122"/>
                <a:sym typeface="+mn-ea"/>
              </a:rPr>
              <a:t>设计</a:t>
            </a:r>
            <a:endParaRPr lang="zh-CN" altLang="en-US" sz="2400" b="1" dirty="0">
              <a:solidFill>
                <a:schemeClr val="accent1">
                  <a:lumMod val="75000"/>
                </a:schemeClr>
              </a:solidFill>
              <a:latin typeface="微软雅黑" panose="020B0503020204020204" charset="-122"/>
              <a:ea typeface="微软雅黑" panose="020B0503020204020204" charset="-122"/>
              <a:sym typeface="+mn-ea"/>
            </a:endParaRPr>
          </a:p>
        </p:txBody>
      </p:sp>
      <p:sp>
        <p:nvSpPr>
          <p:cNvPr id="7" name="文本框 6"/>
          <p:cNvSpPr txBox="1"/>
          <p:nvPr/>
        </p:nvSpPr>
        <p:spPr>
          <a:xfrm>
            <a:off x="4832350" y="4254500"/>
            <a:ext cx="6096000" cy="460375"/>
          </a:xfrm>
          <a:prstGeom prst="rect">
            <a:avLst/>
          </a:prstGeom>
          <a:noFill/>
        </p:spPr>
        <p:txBody>
          <a:bodyPr wrap="square" rtlCol="0" anchor="t">
            <a:spAutoFit/>
          </a:bodyPr>
          <a:p>
            <a:r>
              <a:rPr lang="en-US" altLang="zh-CN" sz="2400" b="1" dirty="0">
                <a:solidFill>
                  <a:schemeClr val="accent1">
                    <a:lumMod val="75000"/>
                  </a:schemeClr>
                </a:solidFill>
                <a:latin typeface="微软雅黑" panose="020B0503020204020204" charset="-122"/>
                <a:ea typeface="微软雅黑" panose="020B0503020204020204" charset="-122"/>
                <a:sym typeface="+mn-ea"/>
              </a:rPr>
              <a:t>3</a:t>
            </a:r>
            <a:r>
              <a:rPr lang="zh-CN" altLang="en-US" sz="2400" b="1" dirty="0">
                <a:solidFill>
                  <a:schemeClr val="accent1">
                    <a:lumMod val="75000"/>
                  </a:schemeClr>
                </a:solidFill>
                <a:latin typeface="微软雅黑" panose="020B0503020204020204" charset="-122"/>
                <a:ea typeface="微软雅黑" panose="020B0503020204020204" charset="-122"/>
                <a:sym typeface="+mn-ea"/>
              </a:rPr>
              <a:t>.</a:t>
            </a:r>
            <a:r>
              <a:rPr lang="en-US" altLang="zh-CN" sz="2400" b="1" dirty="0">
                <a:solidFill>
                  <a:schemeClr val="accent1">
                    <a:lumMod val="75000"/>
                  </a:schemeClr>
                </a:solidFill>
                <a:latin typeface="微软雅黑" panose="020B0503020204020204" charset="-122"/>
                <a:ea typeface="微软雅黑" panose="020B0503020204020204" charset="-122"/>
                <a:sym typeface="+mn-ea"/>
              </a:rPr>
              <a:t>3</a:t>
            </a:r>
            <a:r>
              <a:rPr lang="zh-CN" altLang="en-US" sz="2400" b="1" dirty="0">
                <a:solidFill>
                  <a:schemeClr val="accent1">
                    <a:lumMod val="75000"/>
                  </a:schemeClr>
                </a:solidFill>
                <a:latin typeface="微软雅黑" panose="020B0503020204020204" charset="-122"/>
                <a:ea typeface="微软雅黑" panose="020B0503020204020204" charset="-122"/>
                <a:sym typeface="+mn-ea"/>
              </a:rPr>
              <a:t> 系统数据库</a:t>
            </a:r>
            <a:r>
              <a:rPr lang="zh-CN" altLang="en-US" sz="2400" b="1" dirty="0">
                <a:solidFill>
                  <a:schemeClr val="accent1">
                    <a:lumMod val="75000"/>
                  </a:schemeClr>
                </a:solidFill>
                <a:latin typeface="微软雅黑" panose="020B0503020204020204" charset="-122"/>
                <a:ea typeface="微软雅黑" panose="020B0503020204020204" charset="-122"/>
                <a:sym typeface="+mn-ea"/>
              </a:rPr>
              <a:t>设计</a:t>
            </a:r>
            <a:endParaRPr lang="zh-CN" altLang="en-US" sz="2400" b="1" dirty="0">
              <a:solidFill>
                <a:schemeClr val="accent1">
                  <a:lumMod val="75000"/>
                </a:schemeClr>
              </a:solidFill>
              <a:latin typeface="微软雅黑" panose="020B0503020204020204" charset="-122"/>
              <a:ea typeface="微软雅黑" panose="020B0503020204020204" charset="-122"/>
              <a:sym typeface="+mn-ea"/>
            </a:endParaRPr>
          </a:p>
        </p:txBody>
      </p:sp>
      <p:cxnSp>
        <p:nvCxnSpPr>
          <p:cNvPr id="37" name="直接连接符 36"/>
          <p:cNvCxnSpPr/>
          <p:nvPr>
            <p:custDataLst>
              <p:tags r:id="rId5"/>
            </p:custDataLst>
          </p:nvPr>
        </p:nvCxnSpPr>
        <p:spPr>
          <a:xfrm>
            <a:off x="4489336" y="1308429"/>
            <a:ext cx="0" cy="4444365"/>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5204460" y="2830195"/>
            <a:ext cx="6096000" cy="337185"/>
          </a:xfrm>
          <a:prstGeom prst="rect">
            <a:avLst/>
          </a:prstGeom>
          <a:noFill/>
        </p:spPr>
        <p:txBody>
          <a:bodyPr wrap="square" rtlCol="0" anchor="t">
            <a:spAutoFit/>
          </a:bodyPr>
          <a:p>
            <a:r>
              <a:rPr lang="en-US" altLang="zh-CN" sz="1600" b="1" dirty="0">
                <a:solidFill>
                  <a:schemeClr val="accent1">
                    <a:lumMod val="75000"/>
                  </a:schemeClr>
                </a:solidFill>
                <a:latin typeface="微软雅黑" panose="020B0503020204020204" charset="-122"/>
                <a:ea typeface="微软雅黑" panose="020B0503020204020204" charset="-122"/>
                <a:sym typeface="+mn-ea"/>
              </a:rPr>
              <a:t>3</a:t>
            </a:r>
            <a:r>
              <a:rPr lang="zh-CN" altLang="en-US" sz="1600" b="1" dirty="0">
                <a:solidFill>
                  <a:schemeClr val="accent1">
                    <a:lumMod val="75000"/>
                  </a:schemeClr>
                </a:solidFill>
                <a:latin typeface="微软雅黑" panose="020B0503020204020204" charset="-122"/>
                <a:ea typeface="微软雅黑" panose="020B0503020204020204" charset="-122"/>
                <a:sym typeface="+mn-ea"/>
              </a:rPr>
              <a:t>.</a:t>
            </a:r>
            <a:r>
              <a:rPr lang="en-US" altLang="zh-CN" sz="1600" b="1" dirty="0">
                <a:solidFill>
                  <a:schemeClr val="accent1">
                    <a:lumMod val="75000"/>
                  </a:schemeClr>
                </a:solidFill>
                <a:latin typeface="微软雅黑" panose="020B0503020204020204" charset="-122"/>
                <a:ea typeface="微软雅黑" panose="020B0503020204020204" charset="-122"/>
                <a:sym typeface="+mn-ea"/>
              </a:rPr>
              <a:t>2.1</a:t>
            </a:r>
            <a:r>
              <a:rPr lang="zh-CN" altLang="en-US" sz="1600" b="1" dirty="0">
                <a:solidFill>
                  <a:schemeClr val="accent1">
                    <a:lumMod val="75000"/>
                  </a:schemeClr>
                </a:solidFill>
                <a:latin typeface="微软雅黑" panose="020B0503020204020204" charset="-122"/>
                <a:ea typeface="微软雅黑" panose="020B0503020204020204" charset="-122"/>
                <a:sym typeface="+mn-ea"/>
              </a:rPr>
              <a:t> 页面</a:t>
            </a:r>
            <a:r>
              <a:rPr lang="zh-CN" altLang="en-US" sz="1600" b="1" dirty="0">
                <a:solidFill>
                  <a:schemeClr val="accent1">
                    <a:lumMod val="75000"/>
                  </a:schemeClr>
                </a:solidFill>
                <a:latin typeface="微软雅黑" panose="020B0503020204020204" charset="-122"/>
                <a:ea typeface="微软雅黑" panose="020B0503020204020204" charset="-122"/>
                <a:sym typeface="+mn-ea"/>
              </a:rPr>
              <a:t>架构设计</a:t>
            </a:r>
            <a:endParaRPr lang="zh-CN" altLang="en-US" sz="1600" b="1" dirty="0">
              <a:solidFill>
                <a:schemeClr val="accent1">
                  <a:lumMod val="75000"/>
                </a:schemeClr>
              </a:solidFill>
              <a:latin typeface="微软雅黑" panose="020B0503020204020204" charset="-122"/>
              <a:ea typeface="微软雅黑" panose="020B0503020204020204" charset="-122"/>
              <a:sym typeface="+mn-ea"/>
            </a:endParaRPr>
          </a:p>
        </p:txBody>
      </p:sp>
      <p:sp>
        <p:nvSpPr>
          <p:cNvPr id="10" name="文本框 9"/>
          <p:cNvSpPr txBox="1"/>
          <p:nvPr/>
        </p:nvSpPr>
        <p:spPr>
          <a:xfrm>
            <a:off x="5204460" y="3310255"/>
            <a:ext cx="6096000" cy="337185"/>
          </a:xfrm>
          <a:prstGeom prst="rect">
            <a:avLst/>
          </a:prstGeom>
          <a:noFill/>
        </p:spPr>
        <p:txBody>
          <a:bodyPr wrap="square" rtlCol="0" anchor="t">
            <a:spAutoFit/>
          </a:bodyPr>
          <a:p>
            <a:r>
              <a:rPr lang="en-US" altLang="zh-CN" sz="1600" b="1" dirty="0">
                <a:solidFill>
                  <a:schemeClr val="accent1">
                    <a:lumMod val="75000"/>
                  </a:schemeClr>
                </a:solidFill>
                <a:latin typeface="微软雅黑" panose="020B0503020204020204" charset="-122"/>
                <a:ea typeface="微软雅黑" panose="020B0503020204020204" charset="-122"/>
                <a:sym typeface="+mn-ea"/>
              </a:rPr>
              <a:t>3</a:t>
            </a:r>
            <a:r>
              <a:rPr lang="zh-CN" altLang="en-US" sz="1600" b="1" dirty="0">
                <a:solidFill>
                  <a:schemeClr val="accent1">
                    <a:lumMod val="75000"/>
                  </a:schemeClr>
                </a:solidFill>
                <a:latin typeface="微软雅黑" panose="020B0503020204020204" charset="-122"/>
                <a:ea typeface="微软雅黑" panose="020B0503020204020204" charset="-122"/>
                <a:sym typeface="+mn-ea"/>
              </a:rPr>
              <a:t>.</a:t>
            </a:r>
            <a:r>
              <a:rPr lang="en-US" altLang="zh-CN" sz="1600" b="1" dirty="0">
                <a:solidFill>
                  <a:schemeClr val="accent1">
                    <a:lumMod val="75000"/>
                  </a:schemeClr>
                </a:solidFill>
                <a:latin typeface="微软雅黑" panose="020B0503020204020204" charset="-122"/>
                <a:ea typeface="微软雅黑" panose="020B0503020204020204" charset="-122"/>
                <a:sym typeface="+mn-ea"/>
              </a:rPr>
              <a:t>2.1</a:t>
            </a:r>
            <a:r>
              <a:rPr lang="zh-CN" altLang="en-US" sz="1600" b="1" dirty="0">
                <a:solidFill>
                  <a:schemeClr val="accent1">
                    <a:lumMod val="75000"/>
                  </a:schemeClr>
                </a:solidFill>
                <a:latin typeface="微软雅黑" panose="020B0503020204020204" charset="-122"/>
                <a:ea typeface="微软雅黑" panose="020B0503020204020204" charset="-122"/>
                <a:sym typeface="+mn-ea"/>
              </a:rPr>
              <a:t> 核心</a:t>
            </a:r>
            <a:r>
              <a:rPr lang="zh-CN" altLang="en-US" sz="1600" b="1" dirty="0">
                <a:solidFill>
                  <a:schemeClr val="accent1">
                    <a:lumMod val="75000"/>
                  </a:schemeClr>
                </a:solidFill>
                <a:latin typeface="微软雅黑" panose="020B0503020204020204" charset="-122"/>
                <a:ea typeface="微软雅黑" panose="020B0503020204020204" charset="-122"/>
                <a:sym typeface="+mn-ea"/>
              </a:rPr>
              <a:t>功能设计</a:t>
            </a:r>
            <a:endParaRPr lang="zh-CN" altLang="en-US" sz="1600" b="1" dirty="0">
              <a:solidFill>
                <a:schemeClr val="accent1">
                  <a:lumMod val="75000"/>
                </a:schemeClr>
              </a:solidFill>
              <a:latin typeface="微软雅黑" panose="020B0503020204020204" charset="-122"/>
              <a:ea typeface="微软雅黑" panose="020B0503020204020204" charset="-122"/>
              <a:sym typeface="+mn-ea"/>
            </a:endParaRPr>
          </a:p>
        </p:txBody>
      </p:sp>
      <p:sp>
        <p:nvSpPr>
          <p:cNvPr id="11" name="文本框 10"/>
          <p:cNvSpPr txBox="1"/>
          <p:nvPr/>
        </p:nvSpPr>
        <p:spPr>
          <a:xfrm>
            <a:off x="5204460" y="3790315"/>
            <a:ext cx="6096000" cy="337185"/>
          </a:xfrm>
          <a:prstGeom prst="rect">
            <a:avLst/>
          </a:prstGeom>
          <a:noFill/>
        </p:spPr>
        <p:txBody>
          <a:bodyPr wrap="square" rtlCol="0" anchor="t">
            <a:spAutoFit/>
          </a:bodyPr>
          <a:p>
            <a:r>
              <a:rPr lang="en-US" altLang="zh-CN" sz="1600" b="1" dirty="0">
                <a:solidFill>
                  <a:schemeClr val="accent1">
                    <a:lumMod val="75000"/>
                  </a:schemeClr>
                </a:solidFill>
                <a:latin typeface="微软雅黑" panose="020B0503020204020204" charset="-122"/>
                <a:ea typeface="微软雅黑" panose="020B0503020204020204" charset="-122"/>
                <a:sym typeface="+mn-ea"/>
              </a:rPr>
              <a:t>3</a:t>
            </a:r>
            <a:r>
              <a:rPr lang="zh-CN" altLang="en-US" sz="1600" b="1" dirty="0">
                <a:solidFill>
                  <a:schemeClr val="accent1">
                    <a:lumMod val="75000"/>
                  </a:schemeClr>
                </a:solidFill>
                <a:latin typeface="微软雅黑" panose="020B0503020204020204" charset="-122"/>
                <a:ea typeface="微软雅黑" panose="020B0503020204020204" charset="-122"/>
                <a:sym typeface="+mn-ea"/>
              </a:rPr>
              <a:t>.</a:t>
            </a:r>
            <a:r>
              <a:rPr lang="en-US" altLang="zh-CN" sz="1600" b="1" dirty="0">
                <a:solidFill>
                  <a:schemeClr val="accent1">
                    <a:lumMod val="75000"/>
                  </a:schemeClr>
                </a:solidFill>
                <a:latin typeface="微软雅黑" panose="020B0503020204020204" charset="-122"/>
                <a:ea typeface="微软雅黑" panose="020B0503020204020204" charset="-122"/>
                <a:sym typeface="+mn-ea"/>
              </a:rPr>
              <a:t>2.1</a:t>
            </a:r>
            <a:r>
              <a:rPr lang="zh-CN" altLang="en-US" sz="1600" b="1" dirty="0">
                <a:solidFill>
                  <a:schemeClr val="accent1">
                    <a:lumMod val="75000"/>
                  </a:schemeClr>
                </a:solidFill>
                <a:latin typeface="微软雅黑" panose="020B0503020204020204" charset="-122"/>
                <a:ea typeface="微软雅黑" panose="020B0503020204020204" charset="-122"/>
                <a:sym typeface="+mn-ea"/>
              </a:rPr>
              <a:t> 核心</a:t>
            </a:r>
            <a:r>
              <a:rPr lang="zh-CN" altLang="en-US" sz="1600" b="1" dirty="0">
                <a:solidFill>
                  <a:schemeClr val="accent1">
                    <a:lumMod val="75000"/>
                  </a:schemeClr>
                </a:solidFill>
                <a:latin typeface="微软雅黑" panose="020B0503020204020204" charset="-122"/>
                <a:ea typeface="微软雅黑" panose="020B0503020204020204" charset="-122"/>
                <a:sym typeface="+mn-ea"/>
              </a:rPr>
              <a:t>组件设计</a:t>
            </a:r>
            <a:endParaRPr lang="zh-CN" altLang="en-US" sz="1600" b="1" dirty="0">
              <a:solidFill>
                <a:schemeClr val="accent1">
                  <a:lumMod val="75000"/>
                </a:schemeClr>
              </a:solidFill>
              <a:latin typeface="微软雅黑" panose="020B0503020204020204" charset="-122"/>
              <a:ea typeface="微软雅黑" panose="020B0503020204020204" charset="-122"/>
              <a:sym typeface="+mn-ea"/>
            </a:endParaRPr>
          </a:p>
        </p:txBody>
      </p:sp>
      <p:sp>
        <p:nvSpPr>
          <p:cNvPr id="12" name="文本框 11"/>
          <p:cNvSpPr txBox="1"/>
          <p:nvPr/>
        </p:nvSpPr>
        <p:spPr>
          <a:xfrm>
            <a:off x="5204460" y="4735195"/>
            <a:ext cx="6096000" cy="337185"/>
          </a:xfrm>
          <a:prstGeom prst="rect">
            <a:avLst/>
          </a:prstGeom>
          <a:noFill/>
        </p:spPr>
        <p:txBody>
          <a:bodyPr wrap="square" rtlCol="0" anchor="t">
            <a:spAutoFit/>
          </a:bodyPr>
          <a:p>
            <a:r>
              <a:rPr lang="en-US" altLang="zh-CN" sz="1600" b="1" dirty="0">
                <a:solidFill>
                  <a:schemeClr val="accent1">
                    <a:lumMod val="75000"/>
                  </a:schemeClr>
                </a:solidFill>
                <a:latin typeface="微软雅黑" panose="020B0503020204020204" charset="-122"/>
                <a:ea typeface="微软雅黑" panose="020B0503020204020204" charset="-122"/>
                <a:sym typeface="+mn-ea"/>
              </a:rPr>
              <a:t>3</a:t>
            </a:r>
            <a:r>
              <a:rPr lang="zh-CN" altLang="en-US" sz="1600" b="1" dirty="0">
                <a:solidFill>
                  <a:schemeClr val="accent1">
                    <a:lumMod val="75000"/>
                  </a:schemeClr>
                </a:solidFill>
                <a:latin typeface="微软雅黑" panose="020B0503020204020204" charset="-122"/>
                <a:ea typeface="微软雅黑" panose="020B0503020204020204" charset="-122"/>
                <a:sym typeface="+mn-ea"/>
              </a:rPr>
              <a:t>.</a:t>
            </a:r>
            <a:r>
              <a:rPr lang="en-US" altLang="zh-CN" sz="1600" b="1" dirty="0">
                <a:solidFill>
                  <a:schemeClr val="accent1">
                    <a:lumMod val="75000"/>
                  </a:schemeClr>
                </a:solidFill>
                <a:latin typeface="微软雅黑" panose="020B0503020204020204" charset="-122"/>
                <a:ea typeface="微软雅黑" panose="020B0503020204020204" charset="-122"/>
                <a:sym typeface="+mn-ea"/>
              </a:rPr>
              <a:t>3.1</a:t>
            </a:r>
            <a:r>
              <a:rPr lang="zh-CN" altLang="en-US" sz="1600" b="1" dirty="0">
                <a:solidFill>
                  <a:schemeClr val="accent1">
                    <a:lumMod val="75000"/>
                  </a:schemeClr>
                </a:solidFill>
                <a:latin typeface="微软雅黑" panose="020B0503020204020204" charset="-122"/>
                <a:ea typeface="微软雅黑" panose="020B0503020204020204" charset="-122"/>
                <a:sym typeface="+mn-ea"/>
              </a:rPr>
              <a:t> 数据库遵循</a:t>
            </a:r>
            <a:r>
              <a:rPr lang="zh-CN" altLang="en-US" sz="1600" b="1" dirty="0">
                <a:solidFill>
                  <a:schemeClr val="accent1">
                    <a:lumMod val="75000"/>
                  </a:schemeClr>
                </a:solidFill>
                <a:latin typeface="微软雅黑" panose="020B0503020204020204" charset="-122"/>
                <a:ea typeface="微软雅黑" panose="020B0503020204020204" charset="-122"/>
                <a:sym typeface="+mn-ea"/>
              </a:rPr>
              <a:t>原则</a:t>
            </a:r>
            <a:endParaRPr lang="zh-CN" altLang="en-US" sz="1600" b="1" dirty="0">
              <a:solidFill>
                <a:schemeClr val="accent1">
                  <a:lumMod val="75000"/>
                </a:schemeClr>
              </a:solidFill>
              <a:latin typeface="微软雅黑" panose="020B0503020204020204" charset="-122"/>
              <a:ea typeface="微软雅黑" panose="020B0503020204020204" charset="-122"/>
              <a:sym typeface="+mn-ea"/>
            </a:endParaRPr>
          </a:p>
        </p:txBody>
      </p:sp>
      <p:sp>
        <p:nvSpPr>
          <p:cNvPr id="13" name="文本框 12"/>
          <p:cNvSpPr txBox="1"/>
          <p:nvPr/>
        </p:nvSpPr>
        <p:spPr>
          <a:xfrm>
            <a:off x="5204460" y="5141595"/>
            <a:ext cx="6096000" cy="337185"/>
          </a:xfrm>
          <a:prstGeom prst="rect">
            <a:avLst/>
          </a:prstGeom>
          <a:noFill/>
        </p:spPr>
        <p:txBody>
          <a:bodyPr wrap="square" rtlCol="0" anchor="t">
            <a:spAutoFit/>
          </a:bodyPr>
          <a:p>
            <a:r>
              <a:rPr lang="en-US" altLang="zh-CN" sz="1600" b="1" dirty="0">
                <a:solidFill>
                  <a:schemeClr val="accent1">
                    <a:lumMod val="75000"/>
                  </a:schemeClr>
                </a:solidFill>
                <a:latin typeface="微软雅黑" panose="020B0503020204020204" charset="-122"/>
                <a:ea typeface="微软雅黑" panose="020B0503020204020204" charset="-122"/>
                <a:sym typeface="+mn-ea"/>
              </a:rPr>
              <a:t>3</a:t>
            </a:r>
            <a:r>
              <a:rPr lang="zh-CN" altLang="en-US" sz="1600" b="1" dirty="0">
                <a:solidFill>
                  <a:schemeClr val="accent1">
                    <a:lumMod val="75000"/>
                  </a:schemeClr>
                </a:solidFill>
                <a:latin typeface="微软雅黑" panose="020B0503020204020204" charset="-122"/>
                <a:ea typeface="微软雅黑" panose="020B0503020204020204" charset="-122"/>
                <a:sym typeface="+mn-ea"/>
              </a:rPr>
              <a:t>.</a:t>
            </a:r>
            <a:r>
              <a:rPr lang="en-US" altLang="zh-CN" sz="1600" b="1" dirty="0">
                <a:solidFill>
                  <a:schemeClr val="accent1">
                    <a:lumMod val="75000"/>
                  </a:schemeClr>
                </a:solidFill>
                <a:latin typeface="微软雅黑" panose="020B0503020204020204" charset="-122"/>
                <a:ea typeface="微软雅黑" panose="020B0503020204020204" charset="-122"/>
                <a:sym typeface="+mn-ea"/>
              </a:rPr>
              <a:t>3.2 </a:t>
            </a:r>
            <a:r>
              <a:rPr lang="zh-CN" altLang="en-US" sz="1600" b="1" dirty="0">
                <a:solidFill>
                  <a:schemeClr val="accent1">
                    <a:lumMod val="75000"/>
                  </a:schemeClr>
                </a:solidFill>
                <a:latin typeface="微软雅黑" panose="020B0503020204020204" charset="-122"/>
                <a:ea typeface="微软雅黑" panose="020B0503020204020204" charset="-122"/>
                <a:sym typeface="+mn-ea"/>
              </a:rPr>
              <a:t>概念模型</a:t>
            </a:r>
            <a:r>
              <a:rPr lang="zh-CN" altLang="en-US" sz="1600" b="1" dirty="0">
                <a:solidFill>
                  <a:schemeClr val="accent1">
                    <a:lumMod val="75000"/>
                  </a:schemeClr>
                </a:solidFill>
                <a:latin typeface="微软雅黑" panose="020B0503020204020204" charset="-122"/>
                <a:ea typeface="微软雅黑" panose="020B0503020204020204" charset="-122"/>
                <a:sym typeface="+mn-ea"/>
              </a:rPr>
              <a:t>设计</a:t>
            </a:r>
            <a:endParaRPr lang="zh-CN" altLang="en-US" sz="1600" b="1" dirty="0">
              <a:solidFill>
                <a:schemeClr val="accent1">
                  <a:lumMod val="75000"/>
                </a:schemeClr>
              </a:solidFill>
              <a:latin typeface="微软雅黑" panose="020B0503020204020204" charset="-122"/>
              <a:ea typeface="微软雅黑" panose="020B0503020204020204" charset="-122"/>
              <a:sym typeface="+mn-ea"/>
            </a:endParaRPr>
          </a:p>
        </p:txBody>
      </p:sp>
    </p:spTree>
    <p:custDataLst>
      <p:tags r:id="rId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标题 40"/>
          <p:cNvSpPr>
            <a:spLocks noGrp="1"/>
          </p:cNvSpPr>
          <p:nvPr>
            <p:ph type="title"/>
            <p:custDataLst>
              <p:tags r:id="rId1"/>
            </p:custDataLst>
          </p:nvPr>
        </p:nvSpPr>
        <p:spPr>
          <a:xfrm>
            <a:off x="608400" y="608400"/>
            <a:ext cx="10969200" cy="705600"/>
          </a:xfrm>
          <a:noFill/>
        </p:spPr>
        <p:txBody>
          <a:bodyPr wrap="square" lIns="91440" tIns="45720" rIns="91440" bIns="45720" rtlCol="0" anchor="b">
            <a:noAutofit/>
          </a:bodyPr>
          <a:lstStyle/>
          <a:p>
            <a:r>
              <a:rPr lang="zh-CN" altLang="en-US" sz="5400"/>
              <a:t>系统总体设计</a:t>
            </a:r>
            <a:endParaRPr lang="zh-CN" altLang="en-US" sz="5400" dirty="0"/>
          </a:p>
        </p:txBody>
      </p:sp>
      <p:sp>
        <p:nvSpPr>
          <p:cNvPr id="2" name="任意形状 2"/>
          <p:cNvSpPr/>
          <p:nvPr>
            <p:custDataLst>
              <p:tags r:id="rId2"/>
            </p:custDataLst>
          </p:nvPr>
        </p:nvSpPr>
        <p:spPr>
          <a:xfrm>
            <a:off x="245" y="1551049"/>
            <a:ext cx="12183502" cy="5311234"/>
          </a:xfrm>
          <a:custGeom>
            <a:avLst/>
            <a:gdLst>
              <a:gd name="connsiteX0" fmla="*/ 7421879 w 9144000"/>
              <a:gd name="connsiteY0" fmla="*/ 944 h 4667042"/>
              <a:gd name="connsiteX1" fmla="*/ 8739856 w 9144000"/>
              <a:gd name="connsiteY1" fmla="*/ 200746 h 4667042"/>
              <a:gd name="connsiteX2" fmla="*/ 9144000 w 9144000"/>
              <a:gd name="connsiteY2" fmla="*/ 302125 h 4667042"/>
              <a:gd name="connsiteX3" fmla="*/ 9144000 w 9144000"/>
              <a:gd name="connsiteY3" fmla="*/ 4667042 h 4667042"/>
              <a:gd name="connsiteX4" fmla="*/ 0 w 9144000"/>
              <a:gd name="connsiteY4" fmla="*/ 4667042 h 4667042"/>
              <a:gd name="connsiteX5" fmla="*/ 0 w 9144000"/>
              <a:gd name="connsiteY5" fmla="*/ 142334 h 4667042"/>
              <a:gd name="connsiteX6" fmla="*/ 260865 w 9144000"/>
              <a:gd name="connsiteY6" fmla="*/ 125811 h 4667042"/>
              <a:gd name="connsiteX7" fmla="*/ 640079 w 9144000"/>
              <a:gd name="connsiteY7" fmla="*/ 122864 h 4667042"/>
              <a:gd name="connsiteX8" fmla="*/ 4465319 w 9144000"/>
              <a:gd name="connsiteY8" fmla="*/ 595304 h 4667042"/>
              <a:gd name="connsiteX9" fmla="*/ 7421879 w 9144000"/>
              <a:gd name="connsiteY9" fmla="*/ 944 h 466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0" h="4667042">
                <a:moveTo>
                  <a:pt x="7421879" y="944"/>
                </a:moveTo>
                <a:cubicBezTo>
                  <a:pt x="7809547" y="11422"/>
                  <a:pt x="8275795" y="92622"/>
                  <a:pt x="8739856" y="200746"/>
                </a:cubicBezTo>
                <a:lnTo>
                  <a:pt x="9144000" y="302125"/>
                </a:lnTo>
                <a:lnTo>
                  <a:pt x="9144000" y="4667042"/>
                </a:lnTo>
                <a:lnTo>
                  <a:pt x="0" y="4667042"/>
                </a:lnTo>
                <a:lnTo>
                  <a:pt x="0" y="142334"/>
                </a:lnTo>
                <a:lnTo>
                  <a:pt x="260865" y="125811"/>
                </a:lnTo>
                <a:cubicBezTo>
                  <a:pt x="384849" y="121237"/>
                  <a:pt x="511492" y="120007"/>
                  <a:pt x="640079" y="122864"/>
                </a:cubicBezTo>
                <a:cubicBezTo>
                  <a:pt x="1668779" y="145724"/>
                  <a:pt x="3335019" y="615624"/>
                  <a:pt x="4465319" y="595304"/>
                </a:cubicBezTo>
                <a:cubicBezTo>
                  <a:pt x="5595619" y="574984"/>
                  <a:pt x="6388099" y="-26996"/>
                  <a:pt x="7421879" y="944"/>
                </a:cubicBezTo>
                <a:close/>
              </a:path>
            </a:pathLst>
          </a:custGeom>
          <a:solidFill>
            <a:schemeClr val="accent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3200">
              <a:latin typeface="+mj-ea"/>
              <a:ea typeface="+mj-ea"/>
              <a:sym typeface="微软雅黑" panose="020B0503020204020204" charset="-122"/>
            </a:endParaRPr>
          </a:p>
        </p:txBody>
      </p:sp>
      <p:sp>
        <p:nvSpPr>
          <p:cNvPr id="4" name="任意形状 1"/>
          <p:cNvSpPr/>
          <p:nvPr>
            <p:custDataLst>
              <p:tags r:id="rId3"/>
            </p:custDataLst>
          </p:nvPr>
        </p:nvSpPr>
        <p:spPr>
          <a:xfrm>
            <a:off x="245" y="1615774"/>
            <a:ext cx="12183502" cy="5246434"/>
          </a:xfrm>
          <a:custGeom>
            <a:avLst/>
            <a:gdLst>
              <a:gd name="connsiteX0" fmla="*/ 9144000 w 9144000"/>
              <a:gd name="connsiteY0" fmla="*/ 0 h 4569773"/>
              <a:gd name="connsiteX1" fmla="*/ 9144000 w 9144000"/>
              <a:gd name="connsiteY1" fmla="*/ 4569773 h 4569773"/>
              <a:gd name="connsiteX2" fmla="*/ 0 w 9144000"/>
              <a:gd name="connsiteY2" fmla="*/ 4569773 h 4569773"/>
              <a:gd name="connsiteX3" fmla="*/ 0 w 9144000"/>
              <a:gd name="connsiteY3" fmla="*/ 638493 h 4569773"/>
              <a:gd name="connsiteX4" fmla="*/ 135688 w 9144000"/>
              <a:gd name="connsiteY4" fmla="*/ 681653 h 4569773"/>
              <a:gd name="connsiteX5" fmla="*/ 487681 w 9144000"/>
              <a:gd name="connsiteY5" fmla="*/ 725542 h 4569773"/>
              <a:gd name="connsiteX6" fmla="*/ 4450081 w 9144000"/>
              <a:gd name="connsiteY6" fmla="*/ 192142 h 4569773"/>
              <a:gd name="connsiteX7" fmla="*/ 7239001 w 9144000"/>
              <a:gd name="connsiteY7" fmla="*/ 603622 h 4569773"/>
              <a:gd name="connsiteX8" fmla="*/ 9034464 w 9144000"/>
              <a:gd name="connsiteY8" fmla="*/ 37837 h 456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4569773">
                <a:moveTo>
                  <a:pt x="9144000" y="0"/>
                </a:moveTo>
                <a:lnTo>
                  <a:pt x="9144000" y="4569773"/>
                </a:lnTo>
                <a:lnTo>
                  <a:pt x="0" y="4569773"/>
                </a:lnTo>
                <a:lnTo>
                  <a:pt x="0" y="638493"/>
                </a:lnTo>
                <a:lnTo>
                  <a:pt x="135688" y="681653"/>
                </a:lnTo>
                <a:cubicBezTo>
                  <a:pt x="248048" y="710818"/>
                  <a:pt x="365444" y="727447"/>
                  <a:pt x="487681" y="725542"/>
                </a:cubicBezTo>
                <a:cubicBezTo>
                  <a:pt x="1465581" y="710302"/>
                  <a:pt x="3324861" y="212462"/>
                  <a:pt x="4450081" y="192142"/>
                </a:cubicBezTo>
                <a:cubicBezTo>
                  <a:pt x="5575301" y="171822"/>
                  <a:pt x="6240781" y="613782"/>
                  <a:pt x="7239001" y="603622"/>
                </a:cubicBezTo>
                <a:cubicBezTo>
                  <a:pt x="7738111" y="598542"/>
                  <a:pt x="8418831" y="263262"/>
                  <a:pt x="9034464" y="37837"/>
                </a:cubicBezTo>
                <a:close/>
              </a:path>
            </a:pathLst>
          </a:custGeom>
          <a:gradFill>
            <a:gsLst>
              <a:gs pos="0">
                <a:schemeClr val="accent1">
                  <a:alpha val="75000"/>
                </a:schemeClr>
              </a:gs>
              <a:gs pos="68000">
                <a:schemeClr val="accent1"/>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3200">
              <a:latin typeface="+mj-ea"/>
              <a:ea typeface="+mj-ea"/>
              <a:sym typeface="微软雅黑" panose="020B0503020204020204" charset="-122"/>
            </a:endParaRPr>
          </a:p>
        </p:txBody>
      </p:sp>
      <p:sp>
        <p:nvSpPr>
          <p:cNvPr id="6" name="任意多边形: 形状 20"/>
          <p:cNvSpPr/>
          <p:nvPr>
            <p:custDataLst>
              <p:tags r:id="rId4"/>
            </p:custDataLst>
          </p:nvPr>
        </p:nvSpPr>
        <p:spPr>
          <a:xfrm>
            <a:off x="-4832" y="1250260"/>
            <a:ext cx="12180252" cy="5210499"/>
          </a:xfrm>
          <a:custGeom>
            <a:avLst/>
            <a:gdLst>
              <a:gd name="connsiteX0" fmla="*/ 2408361 w 9107329"/>
              <a:gd name="connsiteY0" fmla="*/ 434 h 2794050"/>
              <a:gd name="connsiteX1" fmla="*/ 7003480 w 9107329"/>
              <a:gd name="connsiteY1" fmla="*/ 263023 h 2794050"/>
              <a:gd name="connsiteX2" fmla="*/ 8796810 w 9107329"/>
              <a:gd name="connsiteY2" fmla="*/ 78568 h 2794050"/>
              <a:gd name="connsiteX3" fmla="*/ 9107329 w 9107329"/>
              <a:gd name="connsiteY3" fmla="*/ 30883 h 2794050"/>
              <a:gd name="connsiteX4" fmla="*/ 9107329 w 9107329"/>
              <a:gd name="connsiteY4" fmla="*/ 2794050 h 2794050"/>
              <a:gd name="connsiteX5" fmla="*/ 0 w 9107329"/>
              <a:gd name="connsiteY5" fmla="*/ 2794050 h 2794050"/>
              <a:gd name="connsiteX6" fmla="*/ 0 w 9107329"/>
              <a:gd name="connsiteY6" fmla="*/ 108284 h 2794050"/>
              <a:gd name="connsiteX7" fmla="*/ 397174 w 9107329"/>
              <a:gd name="connsiteY7" fmla="*/ 83169 h 2794050"/>
              <a:gd name="connsiteX8" fmla="*/ 2408361 w 9107329"/>
              <a:gd name="connsiteY8" fmla="*/ 434 h 2794050"/>
              <a:gd name="connsiteX0-1" fmla="*/ 2414029 w 9112997"/>
              <a:gd name="connsiteY0-2" fmla="*/ 434 h 3899264"/>
              <a:gd name="connsiteX1-3" fmla="*/ 7009148 w 9112997"/>
              <a:gd name="connsiteY1-4" fmla="*/ 263023 h 3899264"/>
              <a:gd name="connsiteX2-5" fmla="*/ 8802478 w 9112997"/>
              <a:gd name="connsiteY2-6" fmla="*/ 78568 h 3899264"/>
              <a:gd name="connsiteX3-7" fmla="*/ 9112997 w 9112997"/>
              <a:gd name="connsiteY3-8" fmla="*/ 30883 h 3899264"/>
              <a:gd name="connsiteX4-9" fmla="*/ 9112997 w 9112997"/>
              <a:gd name="connsiteY4-10" fmla="*/ 2794050 h 3899264"/>
              <a:gd name="connsiteX5-11" fmla="*/ 0 w 9112997"/>
              <a:gd name="connsiteY5-12" fmla="*/ 3899264 h 3899264"/>
              <a:gd name="connsiteX6-13" fmla="*/ 5668 w 9112997"/>
              <a:gd name="connsiteY6-14" fmla="*/ 108284 h 3899264"/>
              <a:gd name="connsiteX7-15" fmla="*/ 402842 w 9112997"/>
              <a:gd name="connsiteY7-16" fmla="*/ 83169 h 3899264"/>
              <a:gd name="connsiteX8-17" fmla="*/ 2414029 w 9112997"/>
              <a:gd name="connsiteY8-18" fmla="*/ 434 h 3899264"/>
              <a:gd name="connsiteX0-19" fmla="*/ 2414029 w 9112997"/>
              <a:gd name="connsiteY0-20" fmla="*/ 434 h 3910600"/>
              <a:gd name="connsiteX1-21" fmla="*/ 7009148 w 9112997"/>
              <a:gd name="connsiteY1-22" fmla="*/ 263023 h 3910600"/>
              <a:gd name="connsiteX2-23" fmla="*/ 8802478 w 9112997"/>
              <a:gd name="connsiteY2-24" fmla="*/ 78568 h 3910600"/>
              <a:gd name="connsiteX3-25" fmla="*/ 9112997 w 9112997"/>
              <a:gd name="connsiteY3-26" fmla="*/ 30883 h 3910600"/>
              <a:gd name="connsiteX4-27" fmla="*/ 9112997 w 9112997"/>
              <a:gd name="connsiteY4-28" fmla="*/ 3910600 h 3910600"/>
              <a:gd name="connsiteX5-29" fmla="*/ 0 w 9112997"/>
              <a:gd name="connsiteY5-30" fmla="*/ 3899264 h 3910600"/>
              <a:gd name="connsiteX6-31" fmla="*/ 5668 w 9112997"/>
              <a:gd name="connsiteY6-32" fmla="*/ 108284 h 3910600"/>
              <a:gd name="connsiteX7-33" fmla="*/ 402842 w 9112997"/>
              <a:gd name="connsiteY7-34" fmla="*/ 83169 h 3910600"/>
              <a:gd name="connsiteX8-35" fmla="*/ 2414029 w 9112997"/>
              <a:gd name="connsiteY8-36" fmla="*/ 434 h 3910600"/>
              <a:gd name="connsiteX0-37" fmla="*/ 2408613 w 9107581"/>
              <a:gd name="connsiteY0-38" fmla="*/ 434 h 3910600"/>
              <a:gd name="connsiteX1-39" fmla="*/ 7003732 w 9107581"/>
              <a:gd name="connsiteY1-40" fmla="*/ 263023 h 3910600"/>
              <a:gd name="connsiteX2-41" fmla="*/ 8797062 w 9107581"/>
              <a:gd name="connsiteY2-42" fmla="*/ 78568 h 3910600"/>
              <a:gd name="connsiteX3-43" fmla="*/ 9107581 w 9107581"/>
              <a:gd name="connsiteY3-44" fmla="*/ 30883 h 3910600"/>
              <a:gd name="connsiteX4-45" fmla="*/ 9107581 w 9107581"/>
              <a:gd name="connsiteY4-46" fmla="*/ 3910600 h 3910600"/>
              <a:gd name="connsiteX5-47" fmla="*/ 5920 w 9107581"/>
              <a:gd name="connsiteY5-48" fmla="*/ 3904932 h 3910600"/>
              <a:gd name="connsiteX6-49" fmla="*/ 252 w 9107581"/>
              <a:gd name="connsiteY6-50" fmla="*/ 108284 h 3910600"/>
              <a:gd name="connsiteX7-51" fmla="*/ 397426 w 9107581"/>
              <a:gd name="connsiteY7-52" fmla="*/ 83169 h 3910600"/>
              <a:gd name="connsiteX8-53" fmla="*/ 2408613 w 9107581"/>
              <a:gd name="connsiteY8-54" fmla="*/ 434 h 3910600"/>
              <a:gd name="connsiteX0-55" fmla="*/ 2419202 w 9118170"/>
              <a:gd name="connsiteY0-56" fmla="*/ 434 h 3910600"/>
              <a:gd name="connsiteX1-57" fmla="*/ 7014321 w 9118170"/>
              <a:gd name="connsiteY1-58" fmla="*/ 263023 h 3910600"/>
              <a:gd name="connsiteX2-59" fmla="*/ 8807651 w 9118170"/>
              <a:gd name="connsiteY2-60" fmla="*/ 78568 h 3910600"/>
              <a:gd name="connsiteX3-61" fmla="*/ 9118170 w 9118170"/>
              <a:gd name="connsiteY3-62" fmla="*/ 30883 h 3910600"/>
              <a:gd name="connsiteX4-63" fmla="*/ 9118170 w 9118170"/>
              <a:gd name="connsiteY4-64" fmla="*/ 3910600 h 3910600"/>
              <a:gd name="connsiteX5-65" fmla="*/ 16509 w 9118170"/>
              <a:gd name="connsiteY5-66" fmla="*/ 3904932 h 3910600"/>
              <a:gd name="connsiteX6-67" fmla="*/ 125 w 9118170"/>
              <a:gd name="connsiteY6-68" fmla="*/ 108284 h 3910600"/>
              <a:gd name="connsiteX7-69" fmla="*/ 408015 w 9118170"/>
              <a:gd name="connsiteY7-70" fmla="*/ 83169 h 3910600"/>
              <a:gd name="connsiteX8-71" fmla="*/ 2419202 w 9118170"/>
              <a:gd name="connsiteY8-72" fmla="*/ 434 h 3910600"/>
              <a:gd name="connsiteX0-73" fmla="*/ 2419456 w 9118424"/>
              <a:gd name="connsiteY0-74" fmla="*/ 434 h 3910600"/>
              <a:gd name="connsiteX1-75" fmla="*/ 7014575 w 9118424"/>
              <a:gd name="connsiteY1-76" fmla="*/ 263023 h 3910600"/>
              <a:gd name="connsiteX2-77" fmla="*/ 8807905 w 9118424"/>
              <a:gd name="connsiteY2-78" fmla="*/ 78568 h 3910600"/>
              <a:gd name="connsiteX3-79" fmla="*/ 9118424 w 9118424"/>
              <a:gd name="connsiteY3-80" fmla="*/ 30883 h 3910600"/>
              <a:gd name="connsiteX4-81" fmla="*/ 9118424 w 9118424"/>
              <a:gd name="connsiteY4-82" fmla="*/ 3910600 h 3910600"/>
              <a:gd name="connsiteX5-83" fmla="*/ 2476 w 9118424"/>
              <a:gd name="connsiteY5-84" fmla="*/ 3904932 h 3910600"/>
              <a:gd name="connsiteX6-85" fmla="*/ 379 w 9118424"/>
              <a:gd name="connsiteY6-86" fmla="*/ 108284 h 3910600"/>
              <a:gd name="connsiteX7-87" fmla="*/ 408269 w 9118424"/>
              <a:gd name="connsiteY7-88" fmla="*/ 83169 h 3910600"/>
              <a:gd name="connsiteX8-89" fmla="*/ 2419456 w 9118424"/>
              <a:gd name="connsiteY8-90" fmla="*/ 434 h 3910600"/>
              <a:gd name="connsiteX0-91" fmla="*/ 2419456 w 9146999"/>
              <a:gd name="connsiteY0-92" fmla="*/ 434 h 3910600"/>
              <a:gd name="connsiteX1-93" fmla="*/ 7014575 w 9146999"/>
              <a:gd name="connsiteY1-94" fmla="*/ 263023 h 3910600"/>
              <a:gd name="connsiteX2-95" fmla="*/ 8807905 w 9146999"/>
              <a:gd name="connsiteY2-96" fmla="*/ 78568 h 3910600"/>
              <a:gd name="connsiteX3-97" fmla="*/ 9118424 w 9146999"/>
              <a:gd name="connsiteY3-98" fmla="*/ 30883 h 3910600"/>
              <a:gd name="connsiteX4-99" fmla="*/ 9146999 w 9146999"/>
              <a:gd name="connsiteY4-100" fmla="*/ 3910600 h 3910600"/>
              <a:gd name="connsiteX5-101" fmla="*/ 2476 w 9146999"/>
              <a:gd name="connsiteY5-102" fmla="*/ 3904932 h 3910600"/>
              <a:gd name="connsiteX6-103" fmla="*/ 379 w 9146999"/>
              <a:gd name="connsiteY6-104" fmla="*/ 108284 h 3910600"/>
              <a:gd name="connsiteX7-105" fmla="*/ 408269 w 9146999"/>
              <a:gd name="connsiteY7-106" fmla="*/ 83169 h 3910600"/>
              <a:gd name="connsiteX8-107" fmla="*/ 2419456 w 9146999"/>
              <a:gd name="connsiteY8-108" fmla="*/ 434 h 3910600"/>
              <a:gd name="connsiteX0-109" fmla="*/ 2419456 w 9152430"/>
              <a:gd name="connsiteY0-110" fmla="*/ 434 h 3910600"/>
              <a:gd name="connsiteX1-111" fmla="*/ 7014575 w 9152430"/>
              <a:gd name="connsiteY1-112" fmla="*/ 263023 h 3910600"/>
              <a:gd name="connsiteX2-113" fmla="*/ 8807905 w 9152430"/>
              <a:gd name="connsiteY2-114" fmla="*/ 78568 h 3910600"/>
              <a:gd name="connsiteX3-115" fmla="*/ 9152430 w 9152430"/>
              <a:gd name="connsiteY3-116" fmla="*/ 13879 h 3910600"/>
              <a:gd name="connsiteX4-117" fmla="*/ 9146999 w 9152430"/>
              <a:gd name="connsiteY4-118" fmla="*/ 3910600 h 3910600"/>
              <a:gd name="connsiteX5-119" fmla="*/ 2476 w 9152430"/>
              <a:gd name="connsiteY5-120" fmla="*/ 3904932 h 3910600"/>
              <a:gd name="connsiteX6-121" fmla="*/ 379 w 9152430"/>
              <a:gd name="connsiteY6-122" fmla="*/ 108284 h 3910600"/>
              <a:gd name="connsiteX7-123" fmla="*/ 408269 w 9152430"/>
              <a:gd name="connsiteY7-124" fmla="*/ 83169 h 3910600"/>
              <a:gd name="connsiteX8-125" fmla="*/ 2419456 w 9152430"/>
              <a:gd name="connsiteY8-126" fmla="*/ 434 h 3910600"/>
              <a:gd name="connsiteX0-127" fmla="*/ 2419456 w 9158564"/>
              <a:gd name="connsiteY0-128" fmla="*/ 434 h 3910600"/>
              <a:gd name="connsiteX1-129" fmla="*/ 7014575 w 9158564"/>
              <a:gd name="connsiteY1-130" fmla="*/ 263023 h 3910600"/>
              <a:gd name="connsiteX2-131" fmla="*/ 8807905 w 9158564"/>
              <a:gd name="connsiteY2-132" fmla="*/ 78568 h 3910600"/>
              <a:gd name="connsiteX3-133" fmla="*/ 9152430 w 9158564"/>
              <a:gd name="connsiteY3-134" fmla="*/ 13879 h 3910600"/>
              <a:gd name="connsiteX4-135" fmla="*/ 9158335 w 9158564"/>
              <a:gd name="connsiteY4-136" fmla="*/ 3910600 h 3910600"/>
              <a:gd name="connsiteX5-137" fmla="*/ 2476 w 9158564"/>
              <a:gd name="connsiteY5-138" fmla="*/ 3904932 h 3910600"/>
              <a:gd name="connsiteX6-139" fmla="*/ 379 w 9158564"/>
              <a:gd name="connsiteY6-140" fmla="*/ 108284 h 3910600"/>
              <a:gd name="connsiteX7-141" fmla="*/ 408269 w 9158564"/>
              <a:gd name="connsiteY7-142" fmla="*/ 83169 h 3910600"/>
              <a:gd name="connsiteX8-143" fmla="*/ 2419456 w 9158564"/>
              <a:gd name="connsiteY8-144" fmla="*/ 434 h 3910600"/>
              <a:gd name="connsiteX0-145" fmla="*/ 2419456 w 9152430"/>
              <a:gd name="connsiteY0-146" fmla="*/ 434 h 3904932"/>
              <a:gd name="connsiteX1-147" fmla="*/ 7014575 w 9152430"/>
              <a:gd name="connsiteY1-148" fmla="*/ 263023 h 3904932"/>
              <a:gd name="connsiteX2-149" fmla="*/ 8807905 w 9152430"/>
              <a:gd name="connsiteY2-150" fmla="*/ 78568 h 3904932"/>
              <a:gd name="connsiteX3-151" fmla="*/ 9152430 w 9152430"/>
              <a:gd name="connsiteY3-152" fmla="*/ 13879 h 3904932"/>
              <a:gd name="connsiteX4-153" fmla="*/ 9141332 w 9152430"/>
              <a:gd name="connsiteY4-154" fmla="*/ 3904932 h 3904932"/>
              <a:gd name="connsiteX5-155" fmla="*/ 2476 w 9152430"/>
              <a:gd name="connsiteY5-156" fmla="*/ 3904932 h 3904932"/>
              <a:gd name="connsiteX6-157" fmla="*/ 379 w 9152430"/>
              <a:gd name="connsiteY6-158" fmla="*/ 108284 h 3904932"/>
              <a:gd name="connsiteX7-159" fmla="*/ 408269 w 9152430"/>
              <a:gd name="connsiteY7-160" fmla="*/ 83169 h 3904932"/>
              <a:gd name="connsiteX8-161" fmla="*/ 2419456 w 9152430"/>
              <a:gd name="connsiteY8-162" fmla="*/ 434 h 3904932"/>
              <a:gd name="connsiteX0-163" fmla="*/ 2419456 w 9152430"/>
              <a:gd name="connsiteY0-164" fmla="*/ 434 h 3904932"/>
              <a:gd name="connsiteX1-165" fmla="*/ 7014575 w 9152430"/>
              <a:gd name="connsiteY1-166" fmla="*/ 263023 h 3904932"/>
              <a:gd name="connsiteX2-167" fmla="*/ 8807905 w 9152430"/>
              <a:gd name="connsiteY2-168" fmla="*/ 78568 h 3904932"/>
              <a:gd name="connsiteX3-169" fmla="*/ 9152430 w 9152430"/>
              <a:gd name="connsiteY3-170" fmla="*/ 13879 h 3904932"/>
              <a:gd name="connsiteX4-171" fmla="*/ 9141332 w 9152430"/>
              <a:gd name="connsiteY4-172" fmla="*/ 3899264 h 3904932"/>
              <a:gd name="connsiteX5-173" fmla="*/ 2476 w 9152430"/>
              <a:gd name="connsiteY5-174" fmla="*/ 3904932 h 3904932"/>
              <a:gd name="connsiteX6-175" fmla="*/ 379 w 9152430"/>
              <a:gd name="connsiteY6-176" fmla="*/ 108284 h 3904932"/>
              <a:gd name="connsiteX7-177" fmla="*/ 408269 w 9152430"/>
              <a:gd name="connsiteY7-178" fmla="*/ 83169 h 3904932"/>
              <a:gd name="connsiteX8-179" fmla="*/ 2419456 w 9152430"/>
              <a:gd name="connsiteY8-180" fmla="*/ 434 h 3904932"/>
              <a:gd name="connsiteX0-181" fmla="*/ 2419456 w 9152430"/>
              <a:gd name="connsiteY0-182" fmla="*/ 434 h 3910600"/>
              <a:gd name="connsiteX1-183" fmla="*/ 7014575 w 9152430"/>
              <a:gd name="connsiteY1-184" fmla="*/ 263023 h 3910600"/>
              <a:gd name="connsiteX2-185" fmla="*/ 8807905 w 9152430"/>
              <a:gd name="connsiteY2-186" fmla="*/ 78568 h 3910600"/>
              <a:gd name="connsiteX3-187" fmla="*/ 9152430 w 9152430"/>
              <a:gd name="connsiteY3-188" fmla="*/ 13879 h 3910600"/>
              <a:gd name="connsiteX4-189" fmla="*/ 9141332 w 9152430"/>
              <a:gd name="connsiteY4-190" fmla="*/ 3899264 h 3910600"/>
              <a:gd name="connsiteX5-191" fmla="*/ 2476 w 9152430"/>
              <a:gd name="connsiteY5-192" fmla="*/ 3910600 h 3910600"/>
              <a:gd name="connsiteX6-193" fmla="*/ 379 w 9152430"/>
              <a:gd name="connsiteY6-194" fmla="*/ 108284 h 3910600"/>
              <a:gd name="connsiteX7-195" fmla="*/ 408269 w 9152430"/>
              <a:gd name="connsiteY7-196" fmla="*/ 83169 h 3910600"/>
              <a:gd name="connsiteX8-197" fmla="*/ 2419456 w 9152430"/>
              <a:gd name="connsiteY8-198" fmla="*/ 434 h 3910600"/>
              <a:gd name="connsiteX0-199" fmla="*/ 2419456 w 9141561"/>
              <a:gd name="connsiteY0-200" fmla="*/ 434 h 3910600"/>
              <a:gd name="connsiteX1-201" fmla="*/ 7014575 w 9141561"/>
              <a:gd name="connsiteY1-202" fmla="*/ 263023 h 3910600"/>
              <a:gd name="connsiteX2-203" fmla="*/ 8807905 w 9141561"/>
              <a:gd name="connsiteY2-204" fmla="*/ 78568 h 3910600"/>
              <a:gd name="connsiteX3-205" fmla="*/ 9135427 w 9141561"/>
              <a:gd name="connsiteY3-206" fmla="*/ 8210 h 3910600"/>
              <a:gd name="connsiteX4-207" fmla="*/ 9141332 w 9141561"/>
              <a:gd name="connsiteY4-208" fmla="*/ 3899264 h 3910600"/>
              <a:gd name="connsiteX5-209" fmla="*/ 2476 w 9141561"/>
              <a:gd name="connsiteY5-210" fmla="*/ 3910600 h 3910600"/>
              <a:gd name="connsiteX6-211" fmla="*/ 379 w 9141561"/>
              <a:gd name="connsiteY6-212" fmla="*/ 108284 h 3910600"/>
              <a:gd name="connsiteX7-213" fmla="*/ 408269 w 9141561"/>
              <a:gd name="connsiteY7-214" fmla="*/ 83169 h 3910600"/>
              <a:gd name="connsiteX8-215" fmla="*/ 2419456 w 9141561"/>
              <a:gd name="connsiteY8-216" fmla="*/ 434 h 39106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9141561" h="3910600">
                <a:moveTo>
                  <a:pt x="2419456" y="434"/>
                </a:moveTo>
                <a:cubicBezTo>
                  <a:pt x="4273407" y="-12534"/>
                  <a:pt x="5369874" y="269506"/>
                  <a:pt x="7014575" y="263023"/>
                </a:cubicBezTo>
                <a:cubicBezTo>
                  <a:pt x="7528545" y="260997"/>
                  <a:pt x="8159400" y="176658"/>
                  <a:pt x="8807905" y="78568"/>
                </a:cubicBezTo>
                <a:lnTo>
                  <a:pt x="9135427" y="8210"/>
                </a:lnTo>
                <a:cubicBezTo>
                  <a:pt x="9133617" y="1307117"/>
                  <a:pt x="9143142" y="2600357"/>
                  <a:pt x="9141332" y="3899264"/>
                </a:cubicBezTo>
                <a:lnTo>
                  <a:pt x="2476" y="3910600"/>
                </a:lnTo>
                <a:cubicBezTo>
                  <a:pt x="4365" y="2646940"/>
                  <a:pt x="-1510" y="1371944"/>
                  <a:pt x="379" y="108284"/>
                </a:cubicBezTo>
                <a:lnTo>
                  <a:pt x="408269" y="83169"/>
                </a:lnTo>
                <a:cubicBezTo>
                  <a:pt x="1142625" y="38298"/>
                  <a:pt x="1840096" y="4486"/>
                  <a:pt x="2419456" y="434"/>
                </a:cubicBezTo>
                <a:close/>
              </a:path>
            </a:pathLst>
          </a:custGeom>
          <a:solidFill>
            <a:schemeClr val="accent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3200">
              <a:latin typeface="+mj-ea"/>
              <a:ea typeface="+mj-ea"/>
            </a:endParaRPr>
          </a:p>
        </p:txBody>
      </p:sp>
      <p:sp>
        <p:nvSpPr>
          <p:cNvPr id="8" name="椭圆 7"/>
          <p:cNvSpPr/>
          <p:nvPr>
            <p:custDataLst>
              <p:tags r:id="rId5"/>
            </p:custDataLst>
          </p:nvPr>
        </p:nvSpPr>
        <p:spPr>
          <a:xfrm>
            <a:off x="1731317" y="2392464"/>
            <a:ext cx="1033996" cy="1033996"/>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3200">
              <a:latin typeface="+mj-ea"/>
              <a:ea typeface="+mj-ea"/>
              <a:sym typeface="微软雅黑" panose="020B0503020204020204" charset="-122"/>
            </a:endParaRPr>
          </a:p>
        </p:txBody>
      </p:sp>
      <p:sp>
        <p:nvSpPr>
          <p:cNvPr id="10" name="矩形 9"/>
          <p:cNvSpPr/>
          <p:nvPr>
            <p:custDataLst>
              <p:tags r:id="rId6"/>
            </p:custDataLst>
          </p:nvPr>
        </p:nvSpPr>
        <p:spPr>
          <a:xfrm>
            <a:off x="1674207" y="3637466"/>
            <a:ext cx="1148006" cy="475283"/>
          </a:xfrm>
          <a:prstGeom prst="rect">
            <a:avLst/>
          </a:prstGeom>
          <a:noFill/>
        </p:spPr>
        <p:txBody>
          <a:bodyPr wrap="none" lIns="0" tIns="0" rIns="0" bIns="0" rtlCol="0">
            <a:noAutofit/>
          </a:bodyPr>
          <a:p>
            <a:pPr algn="ctr">
              <a:spcBef>
                <a:spcPct val="0"/>
              </a:spcBef>
              <a:spcAft>
                <a:spcPct val="0"/>
              </a:spcAft>
            </a:pPr>
            <a:r>
              <a:rPr kumimoji="1" lang="en-US" altLang="zh-CN" sz="2700" b="1">
                <a:solidFill>
                  <a:schemeClr val="lt1">
                    <a:lumMod val="100000"/>
                  </a:schemeClr>
                </a:solidFill>
                <a:latin typeface="+mn-ea"/>
                <a:cs typeface="+mn-ea"/>
              </a:rPr>
              <a:t>01</a:t>
            </a:r>
            <a:endParaRPr kumimoji="1" lang="en-US" altLang="zh-CN" sz="2700" b="1">
              <a:solidFill>
                <a:schemeClr val="lt1">
                  <a:lumMod val="100000"/>
                </a:schemeClr>
              </a:solidFill>
              <a:latin typeface="+mn-ea"/>
              <a:cs typeface="+mn-ea"/>
            </a:endParaRPr>
          </a:p>
        </p:txBody>
      </p:sp>
      <p:sp>
        <p:nvSpPr>
          <p:cNvPr id="15" name="矩形 14"/>
          <p:cNvSpPr/>
          <p:nvPr>
            <p:custDataLst>
              <p:tags r:id="rId7"/>
            </p:custDataLst>
          </p:nvPr>
        </p:nvSpPr>
        <p:spPr>
          <a:xfrm>
            <a:off x="960964" y="4601992"/>
            <a:ext cx="2574189" cy="1461385"/>
          </a:xfrm>
          <a:prstGeom prst="rect">
            <a:avLst/>
          </a:prstGeom>
        </p:spPr>
        <p:txBody>
          <a:bodyPr wrap="square" lIns="0" tIns="0" rIns="0" bIns="0">
            <a:noAutofit/>
          </a:bodyPr>
          <a:p>
            <a:pPr algn="ctr">
              <a:lnSpc>
                <a:spcPct val="150000"/>
              </a:lnSpc>
              <a:spcBef>
                <a:spcPct val="0"/>
              </a:spcBef>
              <a:spcAft>
                <a:spcPct val="0"/>
              </a:spcAft>
            </a:pPr>
            <a:r>
              <a:rPr lang="zh-CN" altLang="en-US" sz="1400">
                <a:solidFill>
                  <a:schemeClr val="lt1">
                    <a:lumMod val="100000"/>
                  </a:schemeClr>
                </a:solidFill>
                <a:latin typeface="+mn-ea"/>
                <a:cs typeface="+mn-ea"/>
              </a:rPr>
              <a:t>本系统采用基于微信小程序的前后端分离架构，并结合微信云开发形成</a:t>
            </a:r>
            <a:r>
              <a:rPr lang="en-US" altLang="zh-CN" sz="1400">
                <a:solidFill>
                  <a:schemeClr val="lt1">
                    <a:lumMod val="100000"/>
                  </a:schemeClr>
                </a:solidFill>
                <a:latin typeface="+mn-ea"/>
                <a:cs typeface="+mn-ea"/>
              </a:rPr>
              <a:t>“</a:t>
            </a:r>
            <a:r>
              <a:rPr lang="zh-CN" altLang="en-US" sz="1400">
                <a:solidFill>
                  <a:schemeClr val="lt1">
                    <a:lumMod val="100000"/>
                  </a:schemeClr>
                </a:solidFill>
                <a:latin typeface="+mn-ea"/>
                <a:cs typeface="+mn-ea"/>
              </a:rPr>
              <a:t>前端表示层</a:t>
            </a:r>
            <a:r>
              <a:rPr lang="en-US" altLang="zh-CN" sz="1400">
                <a:solidFill>
                  <a:schemeClr val="lt1">
                    <a:lumMod val="100000"/>
                  </a:schemeClr>
                </a:solidFill>
                <a:latin typeface="+mn-ea"/>
                <a:cs typeface="+mn-ea"/>
              </a:rPr>
              <a:t> +</a:t>
            </a:r>
            <a:r>
              <a:rPr lang="en-US" altLang="en-US" sz="1400">
                <a:solidFill>
                  <a:schemeClr val="lt1">
                    <a:lumMod val="100000"/>
                  </a:schemeClr>
                </a:solidFill>
                <a:latin typeface="+mn-ea"/>
                <a:cs typeface="+mn-ea"/>
              </a:rPr>
              <a:t> </a:t>
            </a:r>
            <a:r>
              <a:rPr lang="zh-CN" altLang="en-US" sz="1400">
                <a:solidFill>
                  <a:schemeClr val="lt1">
                    <a:lumMod val="100000"/>
                  </a:schemeClr>
                </a:solidFill>
                <a:latin typeface="+mn-ea"/>
                <a:cs typeface="+mn-ea"/>
              </a:rPr>
              <a:t>应用交互层</a:t>
            </a:r>
            <a:r>
              <a:rPr lang="en-US" altLang="zh-CN" sz="1400">
                <a:solidFill>
                  <a:schemeClr val="lt1">
                    <a:lumMod val="100000"/>
                  </a:schemeClr>
                </a:solidFill>
                <a:latin typeface="+mn-ea"/>
                <a:cs typeface="+mn-ea"/>
              </a:rPr>
              <a:t> +</a:t>
            </a:r>
            <a:r>
              <a:rPr lang="en-US" altLang="en-US" sz="1400">
                <a:solidFill>
                  <a:schemeClr val="lt1">
                    <a:lumMod val="100000"/>
                  </a:schemeClr>
                </a:solidFill>
                <a:latin typeface="+mn-ea"/>
                <a:cs typeface="+mn-ea"/>
              </a:rPr>
              <a:t> </a:t>
            </a:r>
            <a:r>
              <a:rPr lang="zh-CN" altLang="en-US" sz="1400">
                <a:solidFill>
                  <a:schemeClr val="lt1">
                    <a:lumMod val="100000"/>
                  </a:schemeClr>
                </a:solidFill>
                <a:latin typeface="+mn-ea"/>
                <a:cs typeface="+mn-ea"/>
              </a:rPr>
              <a:t>云函数服务层</a:t>
            </a:r>
            <a:r>
              <a:rPr lang="en-US" altLang="zh-CN" sz="1400">
                <a:solidFill>
                  <a:schemeClr val="lt1">
                    <a:lumMod val="100000"/>
                  </a:schemeClr>
                </a:solidFill>
                <a:latin typeface="+mn-ea"/>
                <a:cs typeface="+mn-ea"/>
              </a:rPr>
              <a:t> +</a:t>
            </a:r>
            <a:r>
              <a:rPr lang="en-US" altLang="en-US" sz="1400">
                <a:solidFill>
                  <a:schemeClr val="lt1">
                    <a:lumMod val="100000"/>
                  </a:schemeClr>
                </a:solidFill>
                <a:latin typeface="+mn-ea"/>
                <a:cs typeface="+mn-ea"/>
              </a:rPr>
              <a:t> </a:t>
            </a:r>
            <a:r>
              <a:rPr lang="zh-CN" altLang="en-US" sz="1400">
                <a:solidFill>
                  <a:schemeClr val="lt1">
                    <a:lumMod val="100000"/>
                  </a:schemeClr>
                </a:solidFill>
                <a:latin typeface="+mn-ea"/>
                <a:cs typeface="+mn-ea"/>
              </a:rPr>
              <a:t>数据与外部服务层</a:t>
            </a:r>
            <a:r>
              <a:rPr lang="en-US" altLang="zh-CN" sz="1400">
                <a:solidFill>
                  <a:schemeClr val="lt1">
                    <a:lumMod val="100000"/>
                  </a:schemeClr>
                </a:solidFill>
                <a:latin typeface="+mn-ea"/>
                <a:cs typeface="+mn-ea"/>
              </a:rPr>
              <a:t>”</a:t>
            </a:r>
            <a:r>
              <a:rPr lang="zh-CN" altLang="en-US" sz="1400">
                <a:solidFill>
                  <a:schemeClr val="lt1">
                    <a:lumMod val="100000"/>
                  </a:schemeClr>
                </a:solidFill>
                <a:latin typeface="+mn-ea"/>
                <a:cs typeface="+mn-ea"/>
              </a:rPr>
              <a:t>的四层体系。</a:t>
            </a:r>
            <a:endParaRPr lang="zh-CN" altLang="en-US" sz="1400">
              <a:solidFill>
                <a:schemeClr val="lt1">
                  <a:lumMod val="100000"/>
                </a:schemeClr>
              </a:solidFill>
              <a:latin typeface="+mn-ea"/>
              <a:cs typeface="+mn-ea"/>
            </a:endParaRPr>
          </a:p>
        </p:txBody>
      </p:sp>
      <p:sp>
        <p:nvSpPr>
          <p:cNvPr id="17" name="椭圆 16"/>
          <p:cNvSpPr/>
          <p:nvPr>
            <p:custDataLst>
              <p:tags r:id="rId8"/>
            </p:custDataLst>
          </p:nvPr>
        </p:nvSpPr>
        <p:spPr>
          <a:xfrm>
            <a:off x="5597040" y="2392824"/>
            <a:ext cx="1033996" cy="1033996"/>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3200">
              <a:latin typeface="+mj-ea"/>
              <a:ea typeface="+mj-ea"/>
              <a:sym typeface="微软雅黑" panose="020B0503020204020204" charset="-122"/>
            </a:endParaRPr>
          </a:p>
        </p:txBody>
      </p:sp>
      <p:sp>
        <p:nvSpPr>
          <p:cNvPr id="18" name="矩形 17"/>
          <p:cNvSpPr/>
          <p:nvPr>
            <p:custDataLst>
              <p:tags r:id="rId9"/>
            </p:custDataLst>
          </p:nvPr>
        </p:nvSpPr>
        <p:spPr>
          <a:xfrm>
            <a:off x="5539931" y="3629577"/>
            <a:ext cx="1148006" cy="475283"/>
          </a:xfrm>
          <a:prstGeom prst="rect">
            <a:avLst/>
          </a:prstGeom>
          <a:noFill/>
        </p:spPr>
        <p:txBody>
          <a:bodyPr wrap="none" lIns="0" tIns="0" rIns="0" bIns="0" rtlCol="0">
            <a:noAutofit/>
          </a:bodyPr>
          <a:p>
            <a:pPr algn="ctr">
              <a:spcBef>
                <a:spcPct val="0"/>
              </a:spcBef>
              <a:spcAft>
                <a:spcPct val="0"/>
              </a:spcAft>
            </a:pPr>
            <a:r>
              <a:rPr kumimoji="1" lang="en-US" altLang="zh-CN" sz="2700" b="1">
                <a:solidFill>
                  <a:schemeClr val="lt1">
                    <a:lumMod val="100000"/>
                  </a:schemeClr>
                </a:solidFill>
                <a:latin typeface="+mn-ea"/>
                <a:cs typeface="+mn-ea"/>
              </a:rPr>
              <a:t>02</a:t>
            </a:r>
            <a:endParaRPr kumimoji="1" lang="en-US" altLang="zh-CN" sz="2700" b="1">
              <a:solidFill>
                <a:schemeClr val="lt1">
                  <a:lumMod val="100000"/>
                </a:schemeClr>
              </a:solidFill>
              <a:latin typeface="+mn-ea"/>
              <a:cs typeface="+mn-ea"/>
            </a:endParaRPr>
          </a:p>
        </p:txBody>
      </p:sp>
      <p:sp>
        <p:nvSpPr>
          <p:cNvPr id="34" name="矩形 33"/>
          <p:cNvSpPr/>
          <p:nvPr>
            <p:custDataLst>
              <p:tags r:id="rId10"/>
            </p:custDataLst>
          </p:nvPr>
        </p:nvSpPr>
        <p:spPr>
          <a:xfrm>
            <a:off x="4613957" y="4594391"/>
            <a:ext cx="2985018" cy="1461415"/>
          </a:xfrm>
          <a:prstGeom prst="rect">
            <a:avLst/>
          </a:prstGeom>
        </p:spPr>
        <p:txBody>
          <a:bodyPr wrap="square" lIns="0" tIns="0" rIns="0" bIns="0">
            <a:noAutofit/>
          </a:bodyPr>
          <a:p>
            <a:pPr algn="ctr">
              <a:lnSpc>
                <a:spcPct val="150000"/>
              </a:lnSpc>
              <a:spcBef>
                <a:spcPct val="0"/>
              </a:spcBef>
              <a:spcAft>
                <a:spcPct val="0"/>
              </a:spcAft>
            </a:pPr>
            <a:r>
              <a:rPr lang="zh-CN" altLang="en-US" sz="1400">
                <a:solidFill>
                  <a:schemeClr val="lt1">
                    <a:lumMod val="100000"/>
                  </a:schemeClr>
                </a:solidFill>
                <a:latin typeface="+mn-ea"/>
                <a:cs typeface="+mn-ea"/>
              </a:rPr>
              <a:t>围绕退役军人服务需求将功能划分为门户导航、事务服务、信息服务、用户中心、文化记录、红色资源查询和智能问答等多个模块。底导航为一级入口，二级业务页面承载具体服务</a:t>
            </a:r>
            <a:endParaRPr lang="zh-CN" altLang="en-US" sz="1400">
              <a:solidFill>
                <a:schemeClr val="lt1">
                  <a:lumMod val="100000"/>
                </a:schemeClr>
              </a:solidFill>
              <a:latin typeface="+mn-ea"/>
              <a:cs typeface="+mn-ea"/>
            </a:endParaRPr>
          </a:p>
        </p:txBody>
      </p:sp>
      <p:sp>
        <p:nvSpPr>
          <p:cNvPr id="35" name="椭圆 34"/>
          <p:cNvSpPr/>
          <p:nvPr>
            <p:custDataLst>
              <p:tags r:id="rId11"/>
            </p:custDataLst>
          </p:nvPr>
        </p:nvSpPr>
        <p:spPr>
          <a:xfrm>
            <a:off x="9410059" y="2395364"/>
            <a:ext cx="1033996" cy="1033996"/>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3200">
              <a:latin typeface="+mj-ea"/>
              <a:ea typeface="+mj-ea"/>
              <a:sym typeface="微软雅黑" panose="020B0503020204020204" charset="-122"/>
            </a:endParaRPr>
          </a:p>
        </p:txBody>
      </p:sp>
      <p:sp>
        <p:nvSpPr>
          <p:cNvPr id="36" name="矩形 35"/>
          <p:cNvSpPr/>
          <p:nvPr>
            <p:custDataLst>
              <p:tags r:id="rId12"/>
            </p:custDataLst>
          </p:nvPr>
        </p:nvSpPr>
        <p:spPr>
          <a:xfrm>
            <a:off x="9352949" y="3632117"/>
            <a:ext cx="1148007" cy="475283"/>
          </a:xfrm>
          <a:prstGeom prst="rect">
            <a:avLst/>
          </a:prstGeom>
          <a:noFill/>
        </p:spPr>
        <p:txBody>
          <a:bodyPr wrap="none" lIns="0" tIns="0" rIns="0" bIns="0" rtlCol="0">
            <a:noAutofit/>
          </a:bodyPr>
          <a:p>
            <a:pPr algn="ctr">
              <a:spcBef>
                <a:spcPct val="0"/>
              </a:spcBef>
              <a:spcAft>
                <a:spcPct val="0"/>
              </a:spcAft>
            </a:pPr>
            <a:r>
              <a:rPr kumimoji="1" lang="en-US" altLang="zh-CN" sz="2700" b="1">
                <a:solidFill>
                  <a:schemeClr val="lt1">
                    <a:lumMod val="100000"/>
                  </a:schemeClr>
                </a:solidFill>
                <a:latin typeface="+mn-ea"/>
                <a:cs typeface="+mn-ea"/>
              </a:rPr>
              <a:t>03</a:t>
            </a:r>
            <a:endParaRPr kumimoji="1" lang="en-US" altLang="zh-CN" sz="2700" b="1">
              <a:solidFill>
                <a:schemeClr val="lt1">
                  <a:lumMod val="100000"/>
                </a:schemeClr>
              </a:solidFill>
              <a:latin typeface="+mn-ea"/>
              <a:cs typeface="+mn-ea"/>
            </a:endParaRPr>
          </a:p>
        </p:txBody>
      </p:sp>
      <p:sp>
        <p:nvSpPr>
          <p:cNvPr id="37" name="矩形 36"/>
          <p:cNvSpPr/>
          <p:nvPr>
            <p:custDataLst>
              <p:tags r:id="rId13"/>
            </p:custDataLst>
          </p:nvPr>
        </p:nvSpPr>
        <p:spPr>
          <a:xfrm>
            <a:off x="8517163" y="4596931"/>
            <a:ext cx="3059898" cy="1461415"/>
          </a:xfrm>
          <a:prstGeom prst="rect">
            <a:avLst/>
          </a:prstGeom>
        </p:spPr>
        <p:txBody>
          <a:bodyPr wrap="square" lIns="0" tIns="0" rIns="0" bIns="0">
            <a:noAutofit/>
          </a:bodyPr>
          <a:p>
            <a:pPr algn="ctr">
              <a:lnSpc>
                <a:spcPct val="150000"/>
              </a:lnSpc>
              <a:spcBef>
                <a:spcPct val="0"/>
              </a:spcBef>
              <a:spcAft>
                <a:spcPct val="0"/>
              </a:spcAft>
            </a:pPr>
            <a:r>
              <a:rPr lang="zh-CN" altLang="en-US" sz="1400">
                <a:solidFill>
                  <a:schemeClr val="lt1">
                    <a:lumMod val="100000"/>
                  </a:schemeClr>
                </a:solidFill>
                <a:latin typeface="+mn-ea"/>
                <a:cs typeface="+mn-ea"/>
              </a:rPr>
              <a:t>在兼容性设计上，适配安卓、</a:t>
            </a:r>
            <a:r>
              <a:rPr lang="en-US" altLang="zh-CN" sz="1400">
                <a:solidFill>
                  <a:schemeClr val="lt1">
                    <a:lumMod val="100000"/>
                  </a:schemeClr>
                </a:solidFill>
                <a:latin typeface="+mn-ea"/>
                <a:cs typeface="+mn-ea"/>
              </a:rPr>
              <a:t>iOS </a:t>
            </a:r>
            <a:r>
              <a:rPr lang="zh-CN" altLang="en-US" sz="1400">
                <a:solidFill>
                  <a:schemeClr val="lt1">
                    <a:lumMod val="100000"/>
                  </a:schemeClr>
                </a:solidFill>
                <a:latin typeface="+mn-ea"/>
                <a:cs typeface="+mn-ea"/>
              </a:rPr>
              <a:t>等主流手机机型与不同屏幕分辨率</a:t>
            </a:r>
            <a:r>
              <a:rPr lang="en-US" altLang="zh-CN" sz="1400">
                <a:solidFill>
                  <a:schemeClr val="lt1">
                    <a:lumMod val="100000"/>
                  </a:schemeClr>
                </a:solidFill>
                <a:latin typeface="+mn-ea"/>
                <a:cs typeface="+mn-ea"/>
              </a:rPr>
              <a:t>，</a:t>
            </a:r>
            <a:r>
              <a:rPr lang="zh-CN" altLang="en-US" sz="1400">
                <a:solidFill>
                  <a:schemeClr val="lt1">
                    <a:lumMod val="100000"/>
                  </a:schemeClr>
                </a:solidFill>
                <a:latin typeface="+mn-ea"/>
                <a:cs typeface="+mn-ea"/>
              </a:rPr>
              <a:t>保障系统在各类手机设备上效果统一</a:t>
            </a:r>
            <a:r>
              <a:rPr lang="en-US" altLang="zh-CN" sz="1400">
                <a:solidFill>
                  <a:schemeClr val="lt1">
                    <a:lumMod val="100000"/>
                  </a:schemeClr>
                </a:solidFill>
                <a:latin typeface="+mn-ea"/>
                <a:cs typeface="+mn-ea"/>
              </a:rPr>
              <a:t>。</a:t>
            </a:r>
            <a:r>
              <a:rPr lang="zh-CN" altLang="en-US" sz="1400">
                <a:solidFill>
                  <a:schemeClr val="lt1">
                    <a:lumMod val="100000"/>
                  </a:schemeClr>
                </a:solidFill>
                <a:latin typeface="+mn-ea"/>
                <a:cs typeface="+mn-ea"/>
              </a:rPr>
              <a:t>系统采用微信官方一键登录方式完成用户身份认证与访问权限校验，保证其安全性</a:t>
            </a:r>
            <a:r>
              <a:rPr lang="en-US" altLang="zh-CN" sz="1400">
                <a:solidFill>
                  <a:schemeClr val="lt1">
                    <a:lumMod val="100000"/>
                  </a:schemeClr>
                </a:solidFill>
                <a:latin typeface="+mn-ea"/>
                <a:cs typeface="+mn-ea"/>
              </a:rPr>
              <a:t>。</a:t>
            </a:r>
            <a:endParaRPr lang="en-US" altLang="zh-CN" sz="1400">
              <a:solidFill>
                <a:schemeClr val="lt1">
                  <a:lumMod val="100000"/>
                </a:schemeClr>
              </a:solidFill>
              <a:latin typeface="+mn-ea"/>
              <a:cs typeface="+mn-ea"/>
            </a:endParaRPr>
          </a:p>
        </p:txBody>
      </p:sp>
      <p:sp>
        <p:nvSpPr>
          <p:cNvPr id="39" name="矩形 38"/>
          <p:cNvSpPr/>
          <p:nvPr>
            <p:custDataLst>
              <p:tags r:id="rId14"/>
            </p:custDataLst>
          </p:nvPr>
        </p:nvSpPr>
        <p:spPr>
          <a:xfrm>
            <a:off x="4827322" y="4137223"/>
            <a:ext cx="2575803" cy="375547"/>
          </a:xfrm>
          <a:prstGeom prst="rect">
            <a:avLst/>
          </a:prstGeom>
          <a:noFill/>
        </p:spPr>
        <p:txBody>
          <a:bodyPr wrap="square" lIns="0" tIns="0" rIns="0" bIns="0" rtlCol="0" anchor="ctr">
            <a:noAutofit/>
          </a:bodyPr>
          <a:p>
            <a:pPr algn="ctr">
              <a:spcBef>
                <a:spcPct val="0"/>
              </a:spcBef>
              <a:spcAft>
                <a:spcPct val="0"/>
              </a:spcAft>
            </a:pPr>
            <a:r>
              <a:rPr lang="zh-CN" altLang="en-US" b="1">
                <a:solidFill>
                  <a:schemeClr val="lt1">
                    <a:lumMod val="100000"/>
                  </a:schemeClr>
                </a:solidFill>
                <a:latin typeface="+mn-ea"/>
                <a:cs typeface="+mn-ea"/>
              </a:rPr>
              <a:t>系统功能模块设计</a:t>
            </a:r>
            <a:endParaRPr lang="zh-CN" altLang="en-US" b="1">
              <a:solidFill>
                <a:schemeClr val="lt1">
                  <a:lumMod val="100000"/>
                </a:schemeClr>
              </a:solidFill>
              <a:latin typeface="+mn-ea"/>
              <a:cs typeface="+mn-ea"/>
            </a:endParaRPr>
          </a:p>
        </p:txBody>
      </p:sp>
      <p:sp>
        <p:nvSpPr>
          <p:cNvPr id="40" name="矩形 39"/>
          <p:cNvSpPr/>
          <p:nvPr>
            <p:custDataLst>
              <p:tags r:id="rId15"/>
            </p:custDataLst>
          </p:nvPr>
        </p:nvSpPr>
        <p:spPr>
          <a:xfrm>
            <a:off x="8639707" y="4139763"/>
            <a:ext cx="2575803" cy="375547"/>
          </a:xfrm>
          <a:prstGeom prst="rect">
            <a:avLst/>
          </a:prstGeom>
          <a:noFill/>
        </p:spPr>
        <p:txBody>
          <a:bodyPr wrap="square" lIns="0" tIns="0" rIns="0" bIns="0" rtlCol="0" anchor="ctr">
            <a:noAutofit/>
          </a:bodyPr>
          <a:p>
            <a:pPr algn="ctr">
              <a:spcBef>
                <a:spcPct val="0"/>
              </a:spcBef>
              <a:spcAft>
                <a:spcPct val="0"/>
              </a:spcAft>
            </a:pPr>
            <a:r>
              <a:rPr lang="zh-CN" altLang="en-US" b="1">
                <a:solidFill>
                  <a:schemeClr val="lt1">
                    <a:lumMod val="100000"/>
                  </a:schemeClr>
                </a:solidFill>
                <a:latin typeface="+mn-ea"/>
                <a:cs typeface="+mn-ea"/>
              </a:rPr>
              <a:t>系统非功能</a:t>
            </a:r>
            <a:r>
              <a:rPr lang="zh-CN" altLang="en-US" b="1">
                <a:solidFill>
                  <a:schemeClr val="lt1">
                    <a:lumMod val="100000"/>
                  </a:schemeClr>
                </a:solidFill>
                <a:latin typeface="+mn-ea"/>
                <a:cs typeface="+mn-ea"/>
              </a:rPr>
              <a:t>性设计</a:t>
            </a:r>
            <a:endParaRPr lang="zh-CN" altLang="en-US" b="1">
              <a:solidFill>
                <a:schemeClr val="lt1">
                  <a:lumMod val="100000"/>
                </a:schemeClr>
              </a:solidFill>
              <a:latin typeface="+mn-ea"/>
              <a:cs typeface="+mn-ea"/>
            </a:endParaRPr>
          </a:p>
        </p:txBody>
      </p:sp>
      <p:pic>
        <p:nvPicPr>
          <p:cNvPr id="47" name="图形 2"/>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5862285" y="2665684"/>
            <a:ext cx="505300" cy="488641"/>
          </a:xfrm>
          <a:prstGeom prst="rect">
            <a:avLst/>
          </a:prstGeom>
        </p:spPr>
      </p:pic>
      <p:pic>
        <p:nvPicPr>
          <p:cNvPr id="3" name="图形 3"/>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1999578" y="2665324"/>
            <a:ext cx="494988" cy="539482"/>
          </a:xfrm>
          <a:prstGeom prst="rect">
            <a:avLst/>
          </a:prstGeom>
        </p:spPr>
      </p:pic>
      <p:sp>
        <p:nvSpPr>
          <p:cNvPr id="5" name="矩形 4"/>
          <p:cNvSpPr/>
          <p:nvPr>
            <p:custDataLst>
              <p:tags r:id="rId22"/>
            </p:custDataLst>
          </p:nvPr>
        </p:nvSpPr>
        <p:spPr>
          <a:xfrm>
            <a:off x="961443" y="4104499"/>
            <a:ext cx="2575803" cy="375547"/>
          </a:xfrm>
          <a:prstGeom prst="rect">
            <a:avLst/>
          </a:prstGeom>
          <a:noFill/>
        </p:spPr>
        <p:txBody>
          <a:bodyPr wrap="square" lIns="0" tIns="0" rIns="0" bIns="0" rtlCol="0" anchor="ctr">
            <a:noAutofit/>
          </a:bodyPr>
          <a:p>
            <a:pPr algn="ctr">
              <a:spcBef>
                <a:spcPct val="0"/>
              </a:spcBef>
              <a:spcAft>
                <a:spcPct val="0"/>
              </a:spcAft>
            </a:pPr>
            <a:r>
              <a:rPr lang="zh-CN" altLang="en-US" b="1">
                <a:solidFill>
                  <a:schemeClr val="lt1">
                    <a:lumMod val="100000"/>
                  </a:schemeClr>
                </a:solidFill>
                <a:latin typeface="+mn-ea"/>
                <a:cs typeface="+mn-ea"/>
              </a:rPr>
              <a:t>系统技术架构设计</a:t>
            </a:r>
            <a:endParaRPr lang="zh-CN" altLang="en-US" b="1">
              <a:solidFill>
                <a:schemeClr val="lt1">
                  <a:lumMod val="100000"/>
                </a:schemeClr>
              </a:solidFill>
              <a:latin typeface="+mn-ea"/>
              <a:cs typeface="+mn-ea"/>
            </a:endParaRPr>
          </a:p>
        </p:txBody>
      </p:sp>
      <p:pic>
        <p:nvPicPr>
          <p:cNvPr id="7" name="图形 1"/>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9681807" y="2668224"/>
            <a:ext cx="542265" cy="539484"/>
          </a:xfrm>
          <a:prstGeom prst="rect">
            <a:avLst/>
          </a:prstGeom>
        </p:spPr>
      </p:pic>
    </p:spTree>
    <p:custDataLst>
      <p:tags r:id="rId26"/>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p:cNvSpPr/>
          <p:nvPr>
            <p:custDataLst>
              <p:tags r:id="rId1"/>
            </p:custDataLst>
          </p:nvPr>
        </p:nvSpPr>
        <p:spPr>
          <a:xfrm>
            <a:off x="1926590" y="3027680"/>
            <a:ext cx="7658100" cy="2339975"/>
          </a:xfrm>
          <a:prstGeom prst="rect">
            <a:avLst/>
          </a:prstGeom>
          <a:noFill/>
        </p:spPr>
        <p:txBody>
          <a:bodyPr wrap="square" lIns="0" tIns="0" rIns="0" bIns="0" rtlCol="0" anchor="t" anchorCtr="0">
            <a:noAutofit/>
          </a:bodyPr>
          <a:p>
            <a:pPr algn="l">
              <a:lnSpc>
                <a:spcPct val="150000"/>
              </a:lnSpc>
              <a:spcBef>
                <a:spcPct val="0"/>
              </a:spcBef>
              <a:spcAft>
                <a:spcPct val="0"/>
              </a:spcAft>
            </a:pPr>
            <a:r>
              <a:rPr lang="en-US" altLang="zh-CN" sz="1600" dirty="0">
                <a:ln>
                  <a:noFill/>
                  <a:prstDash val="sysDot"/>
                </a:ln>
                <a:solidFill>
                  <a:schemeClr val="tx1">
                    <a:lumMod val="85000"/>
                    <a:lumOff val="15000"/>
                  </a:schemeClr>
                </a:solidFill>
                <a:latin typeface="+mn-ea"/>
                <a:cs typeface="+mn-ea"/>
              </a:rPr>
              <a:t>  (1</a:t>
            </a:r>
            <a:r>
              <a:rPr lang="zh-CN" altLang="en-US" sz="1600" dirty="0">
                <a:ln>
                  <a:noFill/>
                  <a:prstDash val="sysDot"/>
                </a:ln>
                <a:solidFill>
                  <a:schemeClr val="tx1">
                    <a:lumMod val="85000"/>
                    <a:lumOff val="15000"/>
                  </a:schemeClr>
                </a:solidFill>
                <a:latin typeface="+mn-ea"/>
                <a:cs typeface="+mn-ea"/>
              </a:rPr>
              <a:t>）以业务模块为中心进行集合拆分，降低不同业务之间的耦合程度。</a:t>
            </a:r>
            <a:endParaRPr lang="zh-CN" altLang="en-US" sz="1600" dirty="0">
              <a:ln>
                <a:noFill/>
                <a:prstDash val="sysDot"/>
              </a:ln>
              <a:solidFill>
                <a:schemeClr val="tx1">
                  <a:lumMod val="85000"/>
                  <a:lumOff val="15000"/>
                </a:schemeClr>
              </a:solidFill>
              <a:latin typeface="+mn-ea"/>
              <a:cs typeface="+mn-ea"/>
            </a:endParaRPr>
          </a:p>
          <a:p>
            <a:pPr algn="l">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a:t>
            </a:r>
            <a:r>
              <a:rPr lang="en-US" altLang="zh-CN" sz="1600" dirty="0">
                <a:ln>
                  <a:noFill/>
                  <a:prstDash val="sysDot"/>
                </a:ln>
                <a:solidFill>
                  <a:schemeClr val="tx1">
                    <a:lumMod val="85000"/>
                    <a:lumOff val="15000"/>
                  </a:schemeClr>
                </a:solidFill>
                <a:latin typeface="+mn-ea"/>
                <a:cs typeface="+mn-ea"/>
              </a:rPr>
              <a:t>2</a:t>
            </a:r>
            <a:r>
              <a:rPr lang="zh-CN" altLang="en-US" sz="1600" dirty="0">
                <a:ln>
                  <a:noFill/>
                  <a:prstDash val="sysDot"/>
                </a:ln>
                <a:solidFill>
                  <a:schemeClr val="tx1">
                    <a:lumMod val="85000"/>
                    <a:lumOff val="15000"/>
                  </a:schemeClr>
                </a:solidFill>
                <a:latin typeface="+mn-ea"/>
                <a:cs typeface="+mn-ea"/>
              </a:rPr>
              <a:t>）以用户标识</a:t>
            </a:r>
            <a:r>
              <a:rPr lang="en-US" altLang="en-US" sz="1600" dirty="0">
                <a:ln>
                  <a:noFill/>
                  <a:prstDash val="sysDot"/>
                </a:ln>
                <a:solidFill>
                  <a:schemeClr val="tx1">
                    <a:lumMod val="85000"/>
                    <a:lumOff val="15000"/>
                  </a:schemeClr>
                </a:solidFill>
                <a:latin typeface="+mn-ea"/>
                <a:cs typeface="+mn-ea"/>
              </a:rPr>
              <a:t> </a:t>
            </a:r>
            <a:r>
              <a:rPr lang="en-US" altLang="zh-CN" sz="1600" dirty="0">
                <a:ln>
                  <a:noFill/>
                  <a:prstDash val="sysDot"/>
                </a:ln>
                <a:solidFill>
                  <a:schemeClr val="tx1">
                    <a:lumMod val="85000"/>
                    <a:lumOff val="15000"/>
                  </a:schemeClr>
                </a:solidFill>
                <a:latin typeface="+mn-ea"/>
                <a:cs typeface="+mn-ea"/>
              </a:rPr>
              <a:t>OPENID</a:t>
            </a:r>
            <a:r>
              <a:rPr lang="en-US" altLang="en-US" sz="1600" dirty="0">
                <a:ln>
                  <a:noFill/>
                  <a:prstDash val="sysDot"/>
                </a:ln>
                <a:solidFill>
                  <a:schemeClr val="tx1">
                    <a:lumMod val="85000"/>
                    <a:lumOff val="15000"/>
                  </a:schemeClr>
                </a:solidFill>
                <a:latin typeface="+mn-ea"/>
                <a:cs typeface="+mn-ea"/>
              </a:rPr>
              <a:t> </a:t>
            </a:r>
            <a:r>
              <a:rPr lang="zh-CN" altLang="en-US" sz="1600" dirty="0">
                <a:ln>
                  <a:noFill/>
                  <a:prstDash val="sysDot"/>
                </a:ln>
                <a:solidFill>
                  <a:schemeClr val="tx1">
                    <a:lumMod val="85000"/>
                    <a:lumOff val="15000"/>
                  </a:schemeClr>
                </a:solidFill>
                <a:latin typeface="+mn-ea"/>
                <a:cs typeface="+mn-ea"/>
              </a:rPr>
              <a:t>作为个人数据关联基础，保证用户行为数据的可追踪性。</a:t>
            </a:r>
            <a:endParaRPr lang="zh-CN" altLang="en-US" sz="1600" dirty="0">
              <a:ln>
                <a:noFill/>
                <a:prstDash val="sysDot"/>
              </a:ln>
              <a:solidFill>
                <a:schemeClr val="tx1">
                  <a:lumMod val="85000"/>
                  <a:lumOff val="15000"/>
                </a:schemeClr>
              </a:solidFill>
              <a:latin typeface="+mn-ea"/>
              <a:cs typeface="+mn-ea"/>
            </a:endParaRPr>
          </a:p>
          <a:p>
            <a:pPr algn="l">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a:t>
            </a:r>
            <a:r>
              <a:rPr lang="en-US" altLang="zh-CN" sz="1600" dirty="0">
                <a:ln>
                  <a:noFill/>
                  <a:prstDash val="sysDot"/>
                </a:ln>
                <a:solidFill>
                  <a:schemeClr val="tx1">
                    <a:lumMod val="85000"/>
                    <a:lumOff val="15000"/>
                  </a:schemeClr>
                </a:solidFill>
                <a:latin typeface="+mn-ea"/>
                <a:cs typeface="+mn-ea"/>
              </a:rPr>
              <a:t>3</a:t>
            </a:r>
            <a:r>
              <a:rPr lang="zh-CN" altLang="en-US" sz="1600" dirty="0">
                <a:ln>
                  <a:noFill/>
                  <a:prstDash val="sysDot"/>
                </a:ln>
                <a:solidFill>
                  <a:schemeClr val="tx1">
                    <a:lumMod val="85000"/>
                    <a:lumOff val="15000"/>
                  </a:schemeClr>
                </a:solidFill>
                <a:latin typeface="+mn-ea"/>
                <a:cs typeface="+mn-ea"/>
              </a:rPr>
              <a:t>）以</a:t>
            </a:r>
            <a:r>
              <a:rPr lang="en-US" altLang="en-US" sz="1600" dirty="0">
                <a:ln>
                  <a:noFill/>
                  <a:prstDash val="sysDot"/>
                </a:ln>
                <a:solidFill>
                  <a:schemeClr val="tx1">
                    <a:lumMod val="85000"/>
                    <a:lumOff val="15000"/>
                  </a:schemeClr>
                </a:solidFill>
                <a:latin typeface="+mn-ea"/>
                <a:cs typeface="+mn-ea"/>
              </a:rPr>
              <a:t> </a:t>
            </a:r>
            <a:r>
              <a:rPr lang="en-US" altLang="zh-CN" sz="1600" dirty="0">
                <a:ln>
                  <a:noFill/>
                  <a:prstDash val="sysDot"/>
                </a:ln>
                <a:solidFill>
                  <a:schemeClr val="tx1">
                    <a:lumMod val="85000"/>
                    <a:lumOff val="15000"/>
                  </a:schemeClr>
                </a:solidFill>
                <a:latin typeface="+mn-ea"/>
                <a:cs typeface="+mn-ea"/>
              </a:rPr>
              <a:t>regionId</a:t>
            </a:r>
            <a:r>
              <a:rPr lang="en-US" altLang="en-US" sz="1600" dirty="0">
                <a:ln>
                  <a:noFill/>
                  <a:prstDash val="sysDot"/>
                </a:ln>
                <a:solidFill>
                  <a:schemeClr val="tx1">
                    <a:lumMod val="85000"/>
                    <a:lumOff val="15000"/>
                  </a:schemeClr>
                </a:solidFill>
                <a:latin typeface="+mn-ea"/>
                <a:cs typeface="+mn-ea"/>
              </a:rPr>
              <a:t> </a:t>
            </a:r>
            <a:r>
              <a:rPr lang="zh-CN" altLang="en-US" sz="1600" dirty="0">
                <a:ln>
                  <a:noFill/>
                  <a:prstDash val="sysDot"/>
                </a:ln>
                <a:solidFill>
                  <a:schemeClr val="tx1">
                    <a:lumMod val="85000"/>
                    <a:lumOff val="15000"/>
                  </a:schemeClr>
                </a:solidFill>
                <a:latin typeface="+mn-ea"/>
                <a:cs typeface="+mn-ea"/>
              </a:rPr>
              <a:t>作为地区化配置主键，支持不同地区资源内容的灵活展示。</a:t>
            </a:r>
            <a:endParaRPr lang="zh-CN" altLang="en-US" sz="1600" dirty="0">
              <a:ln>
                <a:noFill/>
                <a:prstDash val="sysDot"/>
              </a:ln>
              <a:solidFill>
                <a:schemeClr val="tx1">
                  <a:lumMod val="85000"/>
                  <a:lumOff val="15000"/>
                </a:schemeClr>
              </a:solidFill>
              <a:latin typeface="+mn-ea"/>
              <a:cs typeface="+mn-ea"/>
            </a:endParaRPr>
          </a:p>
          <a:p>
            <a:pPr algn="l">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a:t>
            </a:r>
            <a:r>
              <a:rPr lang="en-US" altLang="zh-CN" sz="1600" dirty="0">
                <a:ln>
                  <a:noFill/>
                  <a:prstDash val="sysDot"/>
                </a:ln>
                <a:solidFill>
                  <a:schemeClr val="tx1">
                    <a:lumMod val="85000"/>
                    <a:lumOff val="15000"/>
                  </a:schemeClr>
                </a:solidFill>
                <a:latin typeface="+mn-ea"/>
                <a:cs typeface="+mn-ea"/>
              </a:rPr>
              <a:t>4</a:t>
            </a:r>
            <a:r>
              <a:rPr lang="zh-CN" altLang="en-US" sz="1600" dirty="0">
                <a:ln>
                  <a:noFill/>
                  <a:prstDash val="sysDot"/>
                </a:ln>
                <a:solidFill>
                  <a:schemeClr val="tx1">
                    <a:lumMod val="85000"/>
                    <a:lumOff val="15000"/>
                  </a:schemeClr>
                </a:solidFill>
                <a:latin typeface="+mn-ea"/>
                <a:cs typeface="+mn-ea"/>
              </a:rPr>
              <a:t>）对报名记录、应聘记录等重要业务数据采用快照式字段设计，以保证历史记录的稳定性和可回溯性。</a:t>
            </a:r>
            <a:endParaRPr lang="zh-CN" altLang="en-US" sz="1600" dirty="0">
              <a:ln>
                <a:noFill/>
                <a:prstDash val="sysDot"/>
              </a:ln>
              <a:solidFill>
                <a:schemeClr val="tx1">
                  <a:lumMod val="85000"/>
                  <a:lumOff val="15000"/>
                </a:schemeClr>
              </a:solidFill>
              <a:latin typeface="+mn-ea"/>
              <a:cs typeface="+mn-ea"/>
            </a:endParaRPr>
          </a:p>
        </p:txBody>
      </p:sp>
      <p:sp>
        <p:nvSpPr>
          <p:cNvPr id="8" name="矩形 7"/>
          <p:cNvSpPr/>
          <p:nvPr>
            <p:custDataLst>
              <p:tags r:id="rId2"/>
            </p:custDataLst>
          </p:nvPr>
        </p:nvSpPr>
        <p:spPr>
          <a:xfrm>
            <a:off x="1479550" y="1771650"/>
            <a:ext cx="2400300" cy="608330"/>
          </a:xfrm>
          <a:prstGeom prst="rect">
            <a:avLst/>
          </a:prstGeom>
          <a:noFill/>
        </p:spPr>
        <p:txBody>
          <a:bodyPr wrap="square" lIns="0" tIns="0" rIns="0" bIns="0" rtlCol="0" anchor="b">
            <a:noAutofit/>
          </a:bodyPr>
          <a:p>
            <a:pPr algn="r">
              <a:spcBef>
                <a:spcPct val="0"/>
              </a:spcBef>
              <a:spcAft>
                <a:spcPct val="0"/>
              </a:spcAft>
              <a:buClr>
                <a:schemeClr val="accent1"/>
              </a:buClr>
              <a:buSzPct val="70000"/>
            </a:pPr>
            <a:r>
              <a:rPr lang="zh-CN" altLang="en-US" sz="2400" b="1">
                <a:solidFill>
                  <a:schemeClr val="accent1"/>
                </a:solidFill>
                <a:latin typeface="+mn-ea"/>
                <a:cs typeface="+mn-ea"/>
              </a:rPr>
              <a:t>数据库遵循</a:t>
            </a:r>
            <a:r>
              <a:rPr lang="zh-CN" altLang="en-US" sz="2400" b="1">
                <a:solidFill>
                  <a:schemeClr val="accent1"/>
                </a:solidFill>
                <a:latin typeface="+mn-ea"/>
                <a:cs typeface="+mn-ea"/>
              </a:rPr>
              <a:t>原则</a:t>
            </a:r>
            <a:endParaRPr lang="zh-CN" altLang="en-US" sz="2400" b="1">
              <a:solidFill>
                <a:schemeClr val="accent1"/>
              </a:solidFill>
              <a:latin typeface="+mn-ea"/>
              <a:cs typeface="+mn-ea"/>
            </a:endParaRPr>
          </a:p>
        </p:txBody>
      </p:sp>
      <p:sp>
        <p:nvSpPr>
          <p:cNvPr id="2" name="八边形 1"/>
          <p:cNvSpPr/>
          <p:nvPr>
            <p:custDataLst>
              <p:tags r:id="rId3"/>
            </p:custDataLst>
          </p:nvPr>
        </p:nvSpPr>
        <p:spPr>
          <a:xfrm>
            <a:off x="892401" y="1873533"/>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p>
            <a:pPr algn="ctr">
              <a:spcBef>
                <a:spcPct val="0"/>
              </a:spcBef>
              <a:spcAft>
                <a:spcPct val="0"/>
              </a:spcAft>
            </a:pPr>
            <a:r>
              <a:rPr lang="en-US" altLang="zh-CN" sz="1600" b="1">
                <a:latin typeface="+mn-ea"/>
                <a:cs typeface="+mn-ea"/>
                <a:sym typeface="+mn-ea"/>
              </a:rPr>
              <a:t>01</a:t>
            </a:r>
            <a:endParaRPr lang="zh-CN" altLang="en-US" sz="1600" b="1" dirty="0">
              <a:latin typeface="+mn-ea"/>
              <a:cs typeface="+mn-ea"/>
              <a:sym typeface="+mn-ea"/>
            </a:endParaRPr>
          </a:p>
        </p:txBody>
      </p:sp>
      <p:sp>
        <p:nvSpPr>
          <p:cNvPr id="5" name="标题 4"/>
          <p:cNvSpPr>
            <a:spLocks noGrp="1"/>
          </p:cNvSpPr>
          <p:nvPr>
            <p:ph type="title"/>
            <p:custDataLst>
              <p:tags r:id="rId4"/>
            </p:custDataLst>
          </p:nvPr>
        </p:nvSpPr>
        <p:spPr>
          <a:xfrm>
            <a:off x="694690" y="676910"/>
            <a:ext cx="10800080" cy="535940"/>
          </a:xfrm>
        </p:spPr>
        <p:txBody>
          <a:bodyPr>
            <a:normAutofit fontScale="90000"/>
          </a:bodyPr>
          <a:p>
            <a:r>
              <a:rPr lang="zh-CN" altLang="en-US"/>
              <a:t>系统数据库设计</a:t>
            </a:r>
            <a:endParaRPr lang="zh-CN" altLang="en-US"/>
          </a:p>
        </p:txBody>
      </p:sp>
    </p:spTree>
    <p:custDataLst>
      <p:tags r:id="rId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p:cNvSpPr/>
          <p:nvPr>
            <p:custDataLst>
              <p:tags r:id="rId1"/>
            </p:custDataLst>
          </p:nvPr>
        </p:nvSpPr>
        <p:spPr>
          <a:xfrm>
            <a:off x="637540" y="2699385"/>
            <a:ext cx="3919855" cy="2241550"/>
          </a:xfrm>
          <a:prstGeom prst="rect">
            <a:avLst/>
          </a:prstGeom>
          <a:noFill/>
        </p:spPr>
        <p:txBody>
          <a:bodyPr wrap="square" lIns="0" tIns="0" rIns="0" bIns="0" rtlCol="0" anchor="t" anchorCtr="0">
            <a:noAutofit/>
          </a:bodyPr>
          <a:p>
            <a:pPr algn="l">
              <a:lnSpc>
                <a:spcPct val="150000"/>
              </a:lnSpc>
              <a:spcBef>
                <a:spcPct val="0"/>
              </a:spcBef>
              <a:spcAft>
                <a:spcPct val="0"/>
              </a:spcAft>
            </a:pPr>
            <a:r>
              <a:rPr lang="en-US" altLang="zh-CN" sz="1600" dirty="0">
                <a:ln>
                  <a:noFill/>
                  <a:prstDash val="sysDot"/>
                </a:ln>
                <a:solidFill>
                  <a:schemeClr val="tx1">
                    <a:lumMod val="85000"/>
                    <a:lumOff val="15000"/>
                  </a:schemeClr>
                </a:solidFill>
                <a:latin typeface="+mn-ea"/>
                <a:cs typeface="+mn-ea"/>
              </a:rPr>
              <a:t> </a:t>
            </a:r>
            <a:r>
              <a:rPr lang="zh-CN" altLang="en-US" sz="1600" dirty="0">
                <a:ln>
                  <a:noFill/>
                  <a:prstDash val="sysDot"/>
                </a:ln>
                <a:solidFill>
                  <a:schemeClr val="tx1">
                    <a:lumMod val="85000"/>
                    <a:lumOff val="15000"/>
                  </a:schemeClr>
                </a:solidFill>
                <a:latin typeface="+mn-ea"/>
                <a:cs typeface="+mn-ea"/>
              </a:rPr>
              <a:t>通过对退役军人综合服务微信小程序的业务流程与数据需求进行分析，抽象出系统核心实体，包括用户、就业企业、就业岗位、应聘记录、培训项目、培训报名记录、健康档案、健康日志、军魂文章、军魂分类、地区、培训政策、创业企业、创业办公室、烈士名录、纪念设施、退伍指引、指引进度等。各实体之间通过用户编号、企业编号、岗位编号、培训项目编号、地区编号等主键与外键建立关联，形成完整的系统业务数据模型。</a:t>
            </a:r>
            <a:endParaRPr lang="zh-CN" altLang="en-US" sz="1600" dirty="0">
              <a:ln>
                <a:noFill/>
                <a:prstDash val="sysDot"/>
              </a:ln>
              <a:solidFill>
                <a:schemeClr val="tx1">
                  <a:lumMod val="85000"/>
                  <a:lumOff val="15000"/>
                </a:schemeClr>
              </a:solidFill>
              <a:latin typeface="+mn-ea"/>
              <a:cs typeface="+mn-ea"/>
            </a:endParaRPr>
          </a:p>
        </p:txBody>
      </p:sp>
      <p:sp>
        <p:nvSpPr>
          <p:cNvPr id="8" name="矩形 7"/>
          <p:cNvSpPr/>
          <p:nvPr>
            <p:custDataLst>
              <p:tags r:id="rId2"/>
            </p:custDataLst>
          </p:nvPr>
        </p:nvSpPr>
        <p:spPr>
          <a:xfrm>
            <a:off x="1504315" y="1771650"/>
            <a:ext cx="2014220" cy="608330"/>
          </a:xfrm>
          <a:prstGeom prst="rect">
            <a:avLst/>
          </a:prstGeom>
          <a:noFill/>
        </p:spPr>
        <p:txBody>
          <a:bodyPr wrap="square" lIns="0" tIns="0" rIns="0" bIns="0" rtlCol="0" anchor="b">
            <a:noAutofit/>
          </a:bodyPr>
          <a:p>
            <a:pPr algn="r">
              <a:spcBef>
                <a:spcPct val="0"/>
              </a:spcBef>
              <a:spcAft>
                <a:spcPct val="0"/>
              </a:spcAft>
              <a:buClr>
                <a:schemeClr val="accent1"/>
              </a:buClr>
              <a:buSzPct val="70000"/>
            </a:pPr>
            <a:r>
              <a:rPr lang="zh-CN" altLang="en-US" sz="2400" b="1">
                <a:solidFill>
                  <a:schemeClr val="accent1"/>
                </a:solidFill>
                <a:latin typeface="+mn-ea"/>
                <a:cs typeface="+mn-ea"/>
              </a:rPr>
              <a:t>概念模型</a:t>
            </a:r>
            <a:r>
              <a:rPr lang="zh-CN" altLang="en-US" sz="2400" b="1">
                <a:solidFill>
                  <a:schemeClr val="accent1"/>
                </a:solidFill>
                <a:latin typeface="+mn-ea"/>
                <a:cs typeface="+mn-ea"/>
              </a:rPr>
              <a:t>设计</a:t>
            </a:r>
            <a:endParaRPr lang="zh-CN" altLang="en-US" sz="2400" b="1">
              <a:solidFill>
                <a:schemeClr val="accent1"/>
              </a:solidFill>
              <a:latin typeface="+mn-ea"/>
              <a:cs typeface="+mn-ea"/>
            </a:endParaRPr>
          </a:p>
        </p:txBody>
      </p:sp>
      <p:sp>
        <p:nvSpPr>
          <p:cNvPr id="2" name="八边形 1"/>
          <p:cNvSpPr/>
          <p:nvPr>
            <p:custDataLst>
              <p:tags r:id="rId3"/>
            </p:custDataLst>
          </p:nvPr>
        </p:nvSpPr>
        <p:spPr>
          <a:xfrm>
            <a:off x="892401" y="1873533"/>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p>
            <a:pPr algn="ctr">
              <a:spcBef>
                <a:spcPct val="0"/>
              </a:spcBef>
              <a:spcAft>
                <a:spcPct val="0"/>
              </a:spcAft>
            </a:pPr>
            <a:r>
              <a:rPr lang="en-US" altLang="zh-CN" sz="1600" b="1">
                <a:latin typeface="+mn-ea"/>
                <a:cs typeface="+mn-ea"/>
                <a:sym typeface="+mn-ea"/>
              </a:rPr>
              <a:t>02</a:t>
            </a:r>
            <a:endParaRPr lang="zh-CN" altLang="en-US" sz="1600" b="1" dirty="0">
              <a:latin typeface="+mn-ea"/>
              <a:cs typeface="+mn-ea"/>
              <a:sym typeface="+mn-ea"/>
            </a:endParaRPr>
          </a:p>
        </p:txBody>
      </p:sp>
      <p:sp>
        <p:nvSpPr>
          <p:cNvPr id="5" name="标题 4"/>
          <p:cNvSpPr>
            <a:spLocks noGrp="1"/>
          </p:cNvSpPr>
          <p:nvPr>
            <p:ph type="title"/>
            <p:custDataLst>
              <p:tags r:id="rId4"/>
            </p:custDataLst>
          </p:nvPr>
        </p:nvSpPr>
        <p:spPr>
          <a:xfrm>
            <a:off x="694690" y="676910"/>
            <a:ext cx="10800080" cy="535940"/>
          </a:xfrm>
        </p:spPr>
        <p:txBody>
          <a:bodyPr>
            <a:normAutofit fontScale="90000"/>
          </a:bodyPr>
          <a:p>
            <a:r>
              <a:rPr lang="zh-CN" altLang="en-US"/>
              <a:t>系统数据库设计</a:t>
            </a:r>
            <a:endParaRPr lang="zh-CN" altLang="en-US"/>
          </a:p>
        </p:txBody>
      </p:sp>
      <p:pic>
        <p:nvPicPr>
          <p:cNvPr id="4" name="图片 3"/>
          <p:cNvPicPr>
            <a:picLocks noChangeAspect="1"/>
          </p:cNvPicPr>
          <p:nvPr/>
        </p:nvPicPr>
        <p:blipFill>
          <a:blip r:embed="rId5"/>
          <a:stretch>
            <a:fillRect/>
          </a:stretch>
        </p:blipFill>
        <p:spPr>
          <a:xfrm>
            <a:off x="4933315" y="2811780"/>
            <a:ext cx="6561455" cy="2792095"/>
          </a:xfrm>
          <a:prstGeom prst="rect">
            <a:avLst/>
          </a:prstGeom>
        </p:spPr>
      </p:pic>
    </p:spTree>
    <p:custDataLst>
      <p:tags r:id="rId6"/>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798788" y="1783392"/>
            <a:ext cx="3098053"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矩形 14"/>
          <p:cNvSpPr/>
          <p:nvPr>
            <p:custDataLst>
              <p:tags r:id="rId2"/>
            </p:custDataLst>
          </p:nvPr>
        </p:nvSpPr>
        <p:spPr>
          <a:xfrm>
            <a:off x="1414104" y="1134435"/>
            <a:ext cx="2680279" cy="597523"/>
          </a:xfrm>
          <a:prstGeom prst="rect">
            <a:avLst/>
          </a:prstGeom>
          <a:noFill/>
        </p:spPr>
        <p:txBody>
          <a:bodyPr wrap="square" lIns="0" tIns="0" rIns="0" bIns="0" rtlCol="0" anchor="ctr">
            <a:noAutofit/>
          </a:bodyPr>
          <a:p>
            <a:pPr>
              <a:spcBef>
                <a:spcPct val="0"/>
              </a:spcBef>
              <a:spcAft>
                <a:spcPct val="0"/>
              </a:spcAft>
            </a:pPr>
            <a:r>
              <a:rPr lang="zh-CN" altLang="en-US" sz="2000" b="1">
                <a:solidFill>
                  <a:schemeClr val="accent1"/>
                </a:solidFill>
                <a:latin typeface="+mn-ea"/>
                <a:cs typeface="+mn-ea"/>
                <a:sym typeface="+mn-ea"/>
              </a:rPr>
              <a:t>页面架构</a:t>
            </a:r>
            <a:r>
              <a:rPr lang="zh-CN" altLang="en-US" sz="2000" b="1">
                <a:solidFill>
                  <a:schemeClr val="accent1"/>
                </a:solidFill>
                <a:latin typeface="+mn-ea"/>
                <a:cs typeface="+mn-ea"/>
                <a:sym typeface="+mn-ea"/>
              </a:rPr>
              <a:t>设计</a:t>
            </a:r>
            <a:endParaRPr lang="zh-CN" altLang="en-US" sz="2000" b="1">
              <a:solidFill>
                <a:schemeClr val="accent1"/>
              </a:solidFill>
              <a:latin typeface="+mn-ea"/>
              <a:cs typeface="+mn-ea"/>
              <a:sym typeface="+mn-ea"/>
            </a:endParaRPr>
          </a:p>
        </p:txBody>
      </p:sp>
      <p:sp>
        <p:nvSpPr>
          <p:cNvPr id="16" name="矩形 15"/>
          <p:cNvSpPr/>
          <p:nvPr>
            <p:custDataLst>
              <p:tags r:id="rId3"/>
            </p:custDataLst>
          </p:nvPr>
        </p:nvSpPr>
        <p:spPr>
          <a:xfrm>
            <a:off x="733330" y="1133800"/>
            <a:ext cx="554688" cy="597716"/>
          </a:xfrm>
          <a:prstGeom prst="rect">
            <a:avLst/>
          </a:prstGeom>
          <a:noFill/>
        </p:spPr>
        <p:txBody>
          <a:bodyPr wrap="none" lIns="0" tIns="0" rIns="0" bIns="0" rtlCol="0" anchor="ctr">
            <a:normAutofit/>
          </a:bodyPr>
          <a:p>
            <a:pPr algn="r">
              <a:spcBef>
                <a:spcPct val="0"/>
              </a:spcBef>
              <a:spcAft>
                <a:spcPct val="0"/>
              </a:spcAft>
            </a:pPr>
            <a:r>
              <a:rPr lang="en-US" altLang="zh-CN" sz="2400" b="1" dirty="0">
                <a:solidFill>
                  <a:schemeClr val="accent1"/>
                </a:solidFill>
                <a:latin typeface="+mn-ea"/>
                <a:cs typeface="+mn-ea"/>
                <a:sym typeface="+mn-ea"/>
              </a:rPr>
              <a:t>01</a:t>
            </a:r>
            <a:endParaRPr lang="zh-CN" altLang="en-US" sz="2400" b="1" dirty="0">
              <a:solidFill>
                <a:schemeClr val="accent1"/>
              </a:solidFill>
              <a:latin typeface="+mn-ea"/>
              <a:cs typeface="+mn-ea"/>
              <a:sym typeface="+mn-ea"/>
            </a:endParaRPr>
          </a:p>
        </p:txBody>
      </p:sp>
      <p:sp>
        <p:nvSpPr>
          <p:cNvPr id="18" name="矩形 17"/>
          <p:cNvSpPr/>
          <p:nvPr>
            <p:custDataLst>
              <p:tags r:id="rId4"/>
            </p:custDataLst>
          </p:nvPr>
        </p:nvSpPr>
        <p:spPr>
          <a:xfrm>
            <a:off x="2581869" y="2812090"/>
            <a:ext cx="3163826" cy="212263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sym typeface="+mn-ea"/>
              </a:rPr>
              <a:t>本系统采用首页、服务、智能咨询、资讯、个人中心五大底部导航模块，用户能够以较短路径进入所需功能页面。对于高频模块，系统采用卡片式布局和列表式展示，便于用户快速识别功能入口和查看信息内容。</a:t>
            </a:r>
            <a:endParaRPr lang="zh-CN" altLang="en-US" sz="1600">
              <a:ln>
                <a:noFill/>
                <a:prstDash val="sysDot"/>
              </a:ln>
              <a:solidFill>
                <a:schemeClr val="tx1">
                  <a:lumMod val="85000"/>
                  <a:lumOff val="15000"/>
                </a:schemeClr>
              </a:solidFill>
              <a:latin typeface="+mn-ea"/>
              <a:cs typeface="+mn-ea"/>
              <a:sym typeface="+mn-ea"/>
            </a:endParaRPr>
          </a:p>
        </p:txBody>
      </p:sp>
      <p:sp>
        <p:nvSpPr>
          <p:cNvPr id="5" name="标题 4"/>
          <p:cNvSpPr>
            <a:spLocks noGrp="1"/>
          </p:cNvSpPr>
          <p:nvPr>
            <p:ph type="title"/>
            <p:custDataLst>
              <p:tags r:id="rId5"/>
            </p:custDataLst>
          </p:nvPr>
        </p:nvSpPr>
        <p:spPr>
          <a:xfrm>
            <a:off x="694690" y="676910"/>
            <a:ext cx="10800080" cy="535940"/>
          </a:xfrm>
        </p:spPr>
        <p:txBody>
          <a:bodyPr>
            <a:normAutofit fontScale="90000"/>
          </a:bodyPr>
          <a:p>
            <a:r>
              <a:rPr lang="zh-CN" altLang="en-US"/>
              <a:t>系统详细设计</a:t>
            </a:r>
            <a:endParaRPr lang="zh-CN" altLang="en-US"/>
          </a:p>
        </p:txBody>
      </p:sp>
      <p:pic>
        <p:nvPicPr>
          <p:cNvPr id="6" name="图片 5"/>
          <p:cNvPicPr>
            <a:picLocks noChangeAspect="1"/>
          </p:cNvPicPr>
          <p:nvPr/>
        </p:nvPicPr>
        <p:blipFill>
          <a:blip r:embed="rId6"/>
          <a:stretch>
            <a:fillRect/>
          </a:stretch>
        </p:blipFill>
        <p:spPr>
          <a:xfrm>
            <a:off x="6600190" y="1424940"/>
            <a:ext cx="2147570" cy="4730750"/>
          </a:xfrm>
          <a:prstGeom prst="rect">
            <a:avLst/>
          </a:prstGeom>
        </p:spPr>
      </p:pic>
    </p:spTree>
    <p:custDataLst>
      <p:tags r:id="rId7"/>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798788" y="1783392"/>
            <a:ext cx="3098053"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矩形 14"/>
          <p:cNvSpPr/>
          <p:nvPr>
            <p:custDataLst>
              <p:tags r:id="rId2"/>
            </p:custDataLst>
          </p:nvPr>
        </p:nvSpPr>
        <p:spPr>
          <a:xfrm>
            <a:off x="1414104" y="1134435"/>
            <a:ext cx="2680279" cy="597523"/>
          </a:xfrm>
          <a:prstGeom prst="rect">
            <a:avLst/>
          </a:prstGeom>
          <a:noFill/>
        </p:spPr>
        <p:txBody>
          <a:bodyPr wrap="square" lIns="0" tIns="0" rIns="0" bIns="0" rtlCol="0" anchor="ctr">
            <a:noAutofit/>
          </a:bodyPr>
          <a:p>
            <a:pPr>
              <a:spcBef>
                <a:spcPct val="0"/>
              </a:spcBef>
              <a:spcAft>
                <a:spcPct val="0"/>
              </a:spcAft>
            </a:pPr>
            <a:r>
              <a:rPr lang="zh-CN" altLang="en-US" sz="2000" b="1">
                <a:solidFill>
                  <a:schemeClr val="accent1"/>
                </a:solidFill>
                <a:latin typeface="+mn-ea"/>
                <a:cs typeface="+mn-ea"/>
                <a:sym typeface="+mn-ea"/>
              </a:rPr>
              <a:t>核心</a:t>
            </a:r>
            <a:r>
              <a:rPr lang="zh-CN" altLang="en-US" sz="2000" b="1">
                <a:solidFill>
                  <a:schemeClr val="accent1"/>
                </a:solidFill>
                <a:latin typeface="+mn-ea"/>
                <a:cs typeface="+mn-ea"/>
                <a:sym typeface="+mn-ea"/>
              </a:rPr>
              <a:t>功能设计</a:t>
            </a:r>
            <a:endParaRPr lang="zh-CN" altLang="en-US" sz="2000" b="1">
              <a:solidFill>
                <a:schemeClr val="accent1"/>
              </a:solidFill>
              <a:latin typeface="+mn-ea"/>
              <a:cs typeface="+mn-ea"/>
              <a:sym typeface="+mn-ea"/>
            </a:endParaRPr>
          </a:p>
        </p:txBody>
      </p:sp>
      <p:sp>
        <p:nvSpPr>
          <p:cNvPr id="16" name="矩形 15"/>
          <p:cNvSpPr/>
          <p:nvPr>
            <p:custDataLst>
              <p:tags r:id="rId3"/>
            </p:custDataLst>
          </p:nvPr>
        </p:nvSpPr>
        <p:spPr>
          <a:xfrm>
            <a:off x="733330" y="1133800"/>
            <a:ext cx="554688" cy="597716"/>
          </a:xfrm>
          <a:prstGeom prst="rect">
            <a:avLst/>
          </a:prstGeom>
          <a:noFill/>
        </p:spPr>
        <p:txBody>
          <a:bodyPr wrap="none" lIns="0" tIns="0" rIns="0" bIns="0" rtlCol="0" anchor="ctr">
            <a:normAutofit/>
          </a:bodyPr>
          <a:p>
            <a:pPr algn="r">
              <a:spcBef>
                <a:spcPct val="0"/>
              </a:spcBef>
              <a:spcAft>
                <a:spcPct val="0"/>
              </a:spcAft>
            </a:pPr>
            <a:r>
              <a:rPr lang="en-US" altLang="zh-CN" sz="2400" b="1" dirty="0">
                <a:solidFill>
                  <a:schemeClr val="accent1"/>
                </a:solidFill>
                <a:latin typeface="+mn-ea"/>
                <a:cs typeface="+mn-ea"/>
                <a:sym typeface="+mn-ea"/>
              </a:rPr>
              <a:t>02</a:t>
            </a:r>
            <a:endParaRPr lang="zh-CN" altLang="en-US" sz="2400" b="1" dirty="0">
              <a:solidFill>
                <a:schemeClr val="accent1"/>
              </a:solidFill>
              <a:latin typeface="+mn-ea"/>
              <a:cs typeface="+mn-ea"/>
              <a:sym typeface="+mn-ea"/>
            </a:endParaRPr>
          </a:p>
        </p:txBody>
      </p:sp>
      <p:sp>
        <p:nvSpPr>
          <p:cNvPr id="18" name="矩形 17"/>
          <p:cNvSpPr/>
          <p:nvPr>
            <p:custDataLst>
              <p:tags r:id="rId4"/>
            </p:custDataLst>
          </p:nvPr>
        </p:nvSpPr>
        <p:spPr>
          <a:xfrm>
            <a:off x="852170" y="1958975"/>
            <a:ext cx="5052695" cy="866140"/>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1600">
                <a:ln>
                  <a:noFill/>
                  <a:prstDash val="sysDot"/>
                </a:ln>
                <a:solidFill>
                  <a:schemeClr val="tx1">
                    <a:lumMod val="85000"/>
                    <a:lumOff val="15000"/>
                  </a:schemeClr>
                </a:solidFill>
                <a:latin typeface="+mn-ea"/>
                <a:cs typeface="+mn-ea"/>
                <a:sym typeface="+mn-ea"/>
              </a:rPr>
              <a:t>AI</a:t>
            </a:r>
            <a:r>
              <a:rPr lang="zh-CN" altLang="en-US" sz="1600">
                <a:ln>
                  <a:noFill/>
                  <a:prstDash val="sysDot"/>
                </a:ln>
                <a:solidFill>
                  <a:schemeClr val="tx1">
                    <a:lumMod val="85000"/>
                    <a:lumOff val="15000"/>
                  </a:schemeClr>
                </a:solidFill>
                <a:latin typeface="+mn-ea"/>
                <a:cs typeface="+mn-ea"/>
                <a:sym typeface="+mn-ea"/>
              </a:rPr>
              <a:t>智能咨询</a:t>
            </a:r>
            <a:r>
              <a:rPr lang="en-US" altLang="zh-CN" sz="1600">
                <a:ln>
                  <a:noFill/>
                  <a:prstDash val="sysDot"/>
                </a:ln>
                <a:solidFill>
                  <a:schemeClr val="tx1">
                    <a:lumMod val="85000"/>
                    <a:lumOff val="15000"/>
                  </a:schemeClr>
                </a:solidFill>
                <a:latin typeface="+mn-ea"/>
                <a:cs typeface="+mn-ea"/>
                <a:sym typeface="+mn-ea"/>
              </a:rPr>
              <a:t>：</a:t>
            </a:r>
            <a:r>
              <a:rPr lang="zh-CN" altLang="en-US" sz="1600">
                <a:ln>
                  <a:noFill/>
                  <a:prstDash val="sysDot"/>
                </a:ln>
                <a:solidFill>
                  <a:schemeClr val="tx1">
                    <a:lumMod val="85000"/>
                    <a:lumOff val="15000"/>
                  </a:schemeClr>
                </a:solidFill>
                <a:latin typeface="+mn-ea"/>
                <a:cs typeface="+mn-ea"/>
                <a:sym typeface="+mn-ea"/>
              </a:rPr>
              <a:t>接入智谱</a:t>
            </a:r>
            <a:r>
              <a:rPr lang="en-US" altLang="zh-CN" sz="1600">
                <a:ln>
                  <a:noFill/>
                  <a:prstDash val="sysDot"/>
                </a:ln>
                <a:solidFill>
                  <a:schemeClr val="tx1">
                    <a:lumMod val="85000"/>
                    <a:lumOff val="15000"/>
                  </a:schemeClr>
                </a:solidFill>
                <a:latin typeface="+mn-ea"/>
                <a:cs typeface="+mn-ea"/>
                <a:sym typeface="+mn-ea"/>
              </a:rPr>
              <a:t>API</a:t>
            </a:r>
            <a:r>
              <a:rPr lang="zh-CN" altLang="en-US" sz="1600">
                <a:ln>
                  <a:noFill/>
                  <a:prstDash val="sysDot"/>
                </a:ln>
                <a:solidFill>
                  <a:schemeClr val="tx1">
                    <a:lumMod val="85000"/>
                    <a:lumOff val="15000"/>
                  </a:schemeClr>
                </a:solidFill>
                <a:latin typeface="+mn-ea"/>
                <a:cs typeface="+mn-ea"/>
                <a:sym typeface="+mn-ea"/>
              </a:rPr>
              <a:t>，结合退役军人服务场景，为用户提供政策解读、办事流程指引和常见问题答疑，支持自然语言交互，提升咨询效率与服务体验。</a:t>
            </a:r>
            <a:endParaRPr lang="zh-CN" altLang="en-US" sz="1600">
              <a:ln>
                <a:noFill/>
                <a:prstDash val="sysDot"/>
              </a:ln>
              <a:solidFill>
                <a:schemeClr val="tx1">
                  <a:lumMod val="85000"/>
                  <a:lumOff val="15000"/>
                </a:schemeClr>
              </a:solidFill>
              <a:latin typeface="+mn-ea"/>
              <a:cs typeface="+mn-ea"/>
              <a:sym typeface="+mn-ea"/>
            </a:endParaRPr>
          </a:p>
        </p:txBody>
      </p:sp>
      <p:sp>
        <p:nvSpPr>
          <p:cNvPr id="5" name="标题 4"/>
          <p:cNvSpPr>
            <a:spLocks noGrp="1"/>
          </p:cNvSpPr>
          <p:nvPr>
            <p:ph type="title"/>
            <p:custDataLst>
              <p:tags r:id="rId5"/>
            </p:custDataLst>
          </p:nvPr>
        </p:nvSpPr>
        <p:spPr>
          <a:xfrm>
            <a:off x="694690" y="676910"/>
            <a:ext cx="10800080" cy="535940"/>
          </a:xfrm>
        </p:spPr>
        <p:txBody>
          <a:bodyPr>
            <a:normAutofit fontScale="90000"/>
          </a:bodyPr>
          <a:p>
            <a:r>
              <a:rPr lang="zh-CN" altLang="en-US"/>
              <a:t>系统详细设计</a:t>
            </a:r>
            <a:endParaRPr lang="zh-CN" altLang="en-US"/>
          </a:p>
        </p:txBody>
      </p:sp>
      <p:pic>
        <p:nvPicPr>
          <p:cNvPr id="3" name="图片 2"/>
          <p:cNvPicPr>
            <a:picLocks noChangeAspect="1"/>
          </p:cNvPicPr>
          <p:nvPr/>
        </p:nvPicPr>
        <p:blipFill>
          <a:blip r:embed="rId6"/>
          <a:stretch>
            <a:fillRect/>
          </a:stretch>
        </p:blipFill>
        <p:spPr>
          <a:xfrm>
            <a:off x="852170" y="3181985"/>
            <a:ext cx="4826000" cy="2653665"/>
          </a:xfrm>
          <a:prstGeom prst="rect">
            <a:avLst/>
          </a:prstGeom>
        </p:spPr>
      </p:pic>
      <p:pic>
        <p:nvPicPr>
          <p:cNvPr id="4" name="图片 3"/>
          <p:cNvPicPr>
            <a:picLocks noChangeAspect="1"/>
          </p:cNvPicPr>
          <p:nvPr/>
        </p:nvPicPr>
        <p:blipFill>
          <a:blip r:embed="rId7"/>
          <a:stretch>
            <a:fillRect/>
          </a:stretch>
        </p:blipFill>
        <p:spPr>
          <a:xfrm>
            <a:off x="6904355" y="1122680"/>
            <a:ext cx="4121150" cy="3775710"/>
          </a:xfrm>
          <a:prstGeom prst="rect">
            <a:avLst/>
          </a:prstGeom>
        </p:spPr>
      </p:pic>
      <p:pic>
        <p:nvPicPr>
          <p:cNvPr id="8" name="图片 7"/>
          <p:cNvPicPr>
            <a:picLocks noChangeAspect="1"/>
          </p:cNvPicPr>
          <p:nvPr/>
        </p:nvPicPr>
        <p:blipFill>
          <a:blip r:embed="rId8"/>
          <a:stretch>
            <a:fillRect/>
          </a:stretch>
        </p:blipFill>
        <p:spPr>
          <a:xfrm>
            <a:off x="7226935" y="5043170"/>
            <a:ext cx="3228975" cy="1686560"/>
          </a:xfrm>
          <a:prstGeom prst="rect">
            <a:avLst/>
          </a:prstGeom>
        </p:spPr>
      </p:pic>
    </p:spTree>
    <p:custDataLst>
      <p:tags r:id="rId9"/>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798788" y="1783392"/>
            <a:ext cx="3098053"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矩形 14"/>
          <p:cNvSpPr/>
          <p:nvPr>
            <p:custDataLst>
              <p:tags r:id="rId2"/>
            </p:custDataLst>
          </p:nvPr>
        </p:nvSpPr>
        <p:spPr>
          <a:xfrm>
            <a:off x="1414104" y="1134435"/>
            <a:ext cx="2680279" cy="597523"/>
          </a:xfrm>
          <a:prstGeom prst="rect">
            <a:avLst/>
          </a:prstGeom>
          <a:noFill/>
        </p:spPr>
        <p:txBody>
          <a:bodyPr wrap="square" lIns="0" tIns="0" rIns="0" bIns="0" rtlCol="0" anchor="ctr">
            <a:noAutofit/>
          </a:bodyPr>
          <a:p>
            <a:pPr>
              <a:spcBef>
                <a:spcPct val="0"/>
              </a:spcBef>
              <a:spcAft>
                <a:spcPct val="0"/>
              </a:spcAft>
            </a:pPr>
            <a:r>
              <a:rPr lang="zh-CN" altLang="en-US" sz="2000" b="1">
                <a:solidFill>
                  <a:schemeClr val="accent1"/>
                </a:solidFill>
                <a:latin typeface="+mn-ea"/>
                <a:cs typeface="+mn-ea"/>
                <a:sym typeface="+mn-ea"/>
              </a:rPr>
              <a:t>核心</a:t>
            </a:r>
            <a:r>
              <a:rPr lang="zh-CN" altLang="en-US" sz="2000" b="1">
                <a:solidFill>
                  <a:schemeClr val="accent1"/>
                </a:solidFill>
                <a:latin typeface="+mn-ea"/>
                <a:cs typeface="+mn-ea"/>
                <a:sym typeface="+mn-ea"/>
              </a:rPr>
              <a:t>组件设计</a:t>
            </a:r>
            <a:endParaRPr lang="zh-CN" altLang="en-US" sz="2000" b="1">
              <a:solidFill>
                <a:schemeClr val="accent1"/>
              </a:solidFill>
              <a:latin typeface="+mn-ea"/>
              <a:cs typeface="+mn-ea"/>
              <a:sym typeface="+mn-ea"/>
            </a:endParaRPr>
          </a:p>
        </p:txBody>
      </p:sp>
      <p:sp>
        <p:nvSpPr>
          <p:cNvPr id="16" name="矩形 15"/>
          <p:cNvSpPr/>
          <p:nvPr>
            <p:custDataLst>
              <p:tags r:id="rId3"/>
            </p:custDataLst>
          </p:nvPr>
        </p:nvSpPr>
        <p:spPr>
          <a:xfrm>
            <a:off x="733330" y="1133800"/>
            <a:ext cx="554688" cy="597716"/>
          </a:xfrm>
          <a:prstGeom prst="rect">
            <a:avLst/>
          </a:prstGeom>
          <a:noFill/>
        </p:spPr>
        <p:txBody>
          <a:bodyPr wrap="none" lIns="0" tIns="0" rIns="0" bIns="0" rtlCol="0" anchor="ctr">
            <a:normAutofit/>
          </a:bodyPr>
          <a:p>
            <a:pPr algn="r">
              <a:spcBef>
                <a:spcPct val="0"/>
              </a:spcBef>
              <a:spcAft>
                <a:spcPct val="0"/>
              </a:spcAft>
            </a:pPr>
            <a:r>
              <a:rPr lang="en-US" altLang="zh-CN" sz="2400" b="1" dirty="0">
                <a:solidFill>
                  <a:schemeClr val="accent1"/>
                </a:solidFill>
                <a:latin typeface="+mn-ea"/>
                <a:cs typeface="+mn-ea"/>
                <a:sym typeface="+mn-ea"/>
              </a:rPr>
              <a:t>03</a:t>
            </a:r>
            <a:endParaRPr lang="zh-CN" altLang="en-US" sz="2400" b="1" dirty="0">
              <a:solidFill>
                <a:schemeClr val="accent1"/>
              </a:solidFill>
              <a:latin typeface="+mn-ea"/>
              <a:cs typeface="+mn-ea"/>
              <a:sym typeface="+mn-ea"/>
            </a:endParaRPr>
          </a:p>
        </p:txBody>
      </p:sp>
      <p:sp>
        <p:nvSpPr>
          <p:cNvPr id="18" name="矩形 17"/>
          <p:cNvSpPr/>
          <p:nvPr>
            <p:custDataLst>
              <p:tags r:id="rId4"/>
            </p:custDataLst>
          </p:nvPr>
        </p:nvSpPr>
        <p:spPr>
          <a:xfrm>
            <a:off x="798830" y="1935480"/>
            <a:ext cx="10408920" cy="3084195"/>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sym typeface="+mn-ea"/>
              </a:rPr>
              <a:t>将系统中常用的服务如搜索服务</a:t>
            </a:r>
            <a:r>
              <a:rPr lang="en-US" altLang="zh-CN" sz="1600">
                <a:ln>
                  <a:noFill/>
                  <a:prstDash val="sysDot"/>
                </a:ln>
                <a:solidFill>
                  <a:schemeClr val="tx1">
                    <a:lumMod val="85000"/>
                    <a:lumOff val="15000"/>
                  </a:schemeClr>
                </a:solidFill>
                <a:latin typeface="+mn-ea"/>
                <a:cs typeface="+mn-ea"/>
                <a:sym typeface="+mn-ea"/>
              </a:rPr>
              <a:t>，</a:t>
            </a:r>
            <a:r>
              <a:rPr lang="zh-CN" altLang="en-US" sz="1600">
                <a:ln>
                  <a:noFill/>
                  <a:prstDash val="sysDot"/>
                </a:ln>
                <a:solidFill>
                  <a:schemeClr val="tx1">
                    <a:lumMod val="85000"/>
                    <a:lumOff val="15000"/>
                  </a:schemeClr>
                </a:solidFill>
                <a:latin typeface="+mn-ea"/>
                <a:cs typeface="+mn-ea"/>
                <a:sym typeface="+mn-ea"/>
              </a:rPr>
              <a:t>地图服务</a:t>
            </a:r>
            <a:r>
              <a:rPr lang="en-US" altLang="zh-CN" sz="1600">
                <a:ln>
                  <a:noFill/>
                  <a:prstDash val="sysDot"/>
                </a:ln>
                <a:solidFill>
                  <a:schemeClr val="tx1">
                    <a:lumMod val="85000"/>
                    <a:lumOff val="15000"/>
                  </a:schemeClr>
                </a:solidFill>
                <a:latin typeface="+mn-ea"/>
                <a:cs typeface="+mn-ea"/>
                <a:sym typeface="+mn-ea"/>
              </a:rPr>
              <a:t>，</a:t>
            </a:r>
            <a:r>
              <a:rPr lang="zh-CN" altLang="en-US" sz="1600">
                <a:ln>
                  <a:noFill/>
                  <a:prstDash val="sysDot"/>
                </a:ln>
                <a:solidFill>
                  <a:schemeClr val="tx1">
                    <a:lumMod val="85000"/>
                    <a:lumOff val="15000"/>
                  </a:schemeClr>
                </a:solidFill>
                <a:latin typeface="+mn-ea"/>
                <a:cs typeface="+mn-ea"/>
                <a:sym typeface="+mn-ea"/>
              </a:rPr>
              <a:t>表单服务</a:t>
            </a:r>
            <a:r>
              <a:rPr lang="en-US" altLang="zh-CN" sz="1600">
                <a:ln>
                  <a:noFill/>
                  <a:prstDash val="sysDot"/>
                </a:ln>
                <a:solidFill>
                  <a:schemeClr val="tx1">
                    <a:lumMod val="85000"/>
                    <a:lumOff val="15000"/>
                  </a:schemeClr>
                </a:solidFill>
                <a:latin typeface="+mn-ea"/>
                <a:cs typeface="+mn-ea"/>
                <a:sym typeface="+mn-ea"/>
              </a:rPr>
              <a:t>，</a:t>
            </a:r>
            <a:r>
              <a:rPr lang="zh-CN" altLang="en-US" sz="1600">
                <a:ln>
                  <a:noFill/>
                  <a:prstDash val="sysDot"/>
                </a:ln>
                <a:solidFill>
                  <a:schemeClr val="tx1">
                    <a:lumMod val="85000"/>
                    <a:lumOff val="15000"/>
                  </a:schemeClr>
                </a:solidFill>
                <a:latin typeface="+mn-ea"/>
                <a:cs typeface="+mn-ea"/>
                <a:sym typeface="+mn-ea"/>
              </a:rPr>
              <a:t>卡片内容等抽象成功能性</a:t>
            </a:r>
            <a:r>
              <a:rPr lang="en-US" altLang="zh-CN" sz="1600">
                <a:ln>
                  <a:noFill/>
                  <a:prstDash val="sysDot"/>
                </a:ln>
                <a:solidFill>
                  <a:schemeClr val="tx1">
                    <a:lumMod val="85000"/>
                    <a:lumOff val="15000"/>
                  </a:schemeClr>
                </a:solidFill>
                <a:latin typeface="+mn-ea"/>
                <a:cs typeface="+mn-ea"/>
                <a:sym typeface="+mn-ea"/>
              </a:rPr>
              <a:t>/</a:t>
            </a:r>
            <a:r>
              <a:rPr lang="zh-CN" altLang="en-US" sz="1600">
                <a:ln>
                  <a:noFill/>
                  <a:prstDash val="sysDot"/>
                </a:ln>
                <a:solidFill>
                  <a:schemeClr val="tx1">
                    <a:lumMod val="85000"/>
                    <a:lumOff val="15000"/>
                  </a:schemeClr>
                </a:solidFill>
                <a:latin typeface="+mn-ea"/>
                <a:cs typeface="+mn-ea"/>
                <a:sym typeface="+mn-ea"/>
              </a:rPr>
              <a:t>页面性组件</a:t>
            </a:r>
            <a:r>
              <a:rPr lang="en-US" altLang="zh-CN" sz="1600">
                <a:ln>
                  <a:noFill/>
                  <a:prstDash val="sysDot"/>
                </a:ln>
                <a:solidFill>
                  <a:schemeClr val="tx1">
                    <a:lumMod val="85000"/>
                    <a:lumOff val="15000"/>
                  </a:schemeClr>
                </a:solidFill>
                <a:latin typeface="+mn-ea"/>
                <a:cs typeface="+mn-ea"/>
                <a:sym typeface="+mn-ea"/>
              </a:rPr>
              <a:t>，</a:t>
            </a:r>
            <a:r>
              <a:rPr lang="zh-CN" altLang="en-US" sz="1600">
                <a:ln>
                  <a:noFill/>
                  <a:prstDash val="sysDot"/>
                </a:ln>
                <a:solidFill>
                  <a:schemeClr val="tx1">
                    <a:lumMod val="85000"/>
                    <a:lumOff val="15000"/>
                  </a:schemeClr>
                </a:solidFill>
                <a:latin typeface="+mn-ea"/>
                <a:cs typeface="+mn-ea"/>
                <a:sym typeface="+mn-ea"/>
              </a:rPr>
              <a:t>实现可复用性</a:t>
            </a:r>
            <a:r>
              <a:rPr lang="en-US" altLang="zh-CN" sz="1600">
                <a:ln>
                  <a:noFill/>
                  <a:prstDash val="sysDot"/>
                </a:ln>
                <a:solidFill>
                  <a:schemeClr val="tx1">
                    <a:lumMod val="85000"/>
                    <a:lumOff val="15000"/>
                  </a:schemeClr>
                </a:solidFill>
                <a:latin typeface="+mn-ea"/>
                <a:cs typeface="+mn-ea"/>
                <a:sym typeface="+mn-ea"/>
              </a:rPr>
              <a:t>，</a:t>
            </a:r>
            <a:r>
              <a:rPr lang="zh-CN" altLang="en-US" sz="1600">
                <a:ln>
                  <a:noFill/>
                  <a:prstDash val="sysDot"/>
                </a:ln>
                <a:solidFill>
                  <a:schemeClr val="tx1">
                    <a:lumMod val="85000"/>
                    <a:lumOff val="15000"/>
                  </a:schemeClr>
                </a:solidFill>
                <a:latin typeface="+mn-ea"/>
                <a:cs typeface="+mn-ea"/>
                <a:sym typeface="+mn-ea"/>
              </a:rPr>
              <a:t>极大降低开发及维护成本</a:t>
            </a:r>
            <a:r>
              <a:rPr lang="en-US" altLang="zh-CN" sz="1600">
                <a:ln>
                  <a:noFill/>
                  <a:prstDash val="sysDot"/>
                </a:ln>
                <a:solidFill>
                  <a:schemeClr val="tx1">
                    <a:lumMod val="85000"/>
                    <a:lumOff val="15000"/>
                  </a:schemeClr>
                </a:solidFill>
                <a:latin typeface="+mn-ea"/>
                <a:cs typeface="+mn-ea"/>
                <a:sym typeface="+mn-ea"/>
              </a:rPr>
              <a:t>。</a:t>
            </a:r>
            <a:r>
              <a:rPr lang="zh-CN" altLang="en-US" sz="1600">
                <a:ln>
                  <a:noFill/>
                  <a:prstDash val="sysDot"/>
                </a:ln>
                <a:solidFill>
                  <a:schemeClr val="tx1">
                    <a:lumMod val="85000"/>
                    <a:lumOff val="15000"/>
                  </a:schemeClr>
                </a:solidFill>
                <a:latin typeface="+mn-ea"/>
                <a:cs typeface="+mn-ea"/>
                <a:sym typeface="+mn-ea"/>
              </a:rPr>
              <a:t>下面</a:t>
            </a:r>
            <a:r>
              <a:rPr lang="zh-CN" altLang="en-US" sz="1600">
                <a:ln>
                  <a:noFill/>
                  <a:prstDash val="sysDot"/>
                </a:ln>
                <a:solidFill>
                  <a:schemeClr val="tx1">
                    <a:lumMod val="85000"/>
                    <a:lumOff val="15000"/>
                  </a:schemeClr>
                </a:solidFill>
                <a:latin typeface="+mn-ea"/>
                <a:cs typeface="+mn-ea"/>
                <a:sym typeface="+mn-ea"/>
              </a:rPr>
              <a:t>展示虚拟列表组件</a:t>
            </a:r>
            <a:r>
              <a:rPr lang="en-US" altLang="zh-CN" sz="1600">
                <a:ln>
                  <a:noFill/>
                  <a:prstDash val="sysDot"/>
                </a:ln>
                <a:solidFill>
                  <a:schemeClr val="tx1">
                    <a:lumMod val="85000"/>
                    <a:lumOff val="15000"/>
                  </a:schemeClr>
                </a:solidFill>
                <a:latin typeface="+mn-ea"/>
                <a:cs typeface="+mn-ea"/>
                <a:sym typeface="+mn-ea"/>
              </a:rPr>
              <a:t>：</a:t>
            </a:r>
            <a:endParaRPr lang="en-US" altLang="zh-CN" sz="1600">
              <a:ln>
                <a:noFill/>
                <a:prstDash val="sysDot"/>
              </a:ln>
              <a:solidFill>
                <a:schemeClr val="tx1">
                  <a:lumMod val="85000"/>
                  <a:lumOff val="15000"/>
                </a:schemeClr>
              </a:solidFill>
              <a:latin typeface="+mn-ea"/>
              <a:cs typeface="+mn-ea"/>
              <a:sym typeface="+mn-ea"/>
            </a:endParaRPr>
          </a:p>
        </p:txBody>
      </p:sp>
      <p:sp>
        <p:nvSpPr>
          <p:cNvPr id="5" name="标题 4"/>
          <p:cNvSpPr>
            <a:spLocks noGrp="1"/>
          </p:cNvSpPr>
          <p:nvPr>
            <p:ph type="title"/>
            <p:custDataLst>
              <p:tags r:id="rId5"/>
            </p:custDataLst>
          </p:nvPr>
        </p:nvSpPr>
        <p:spPr>
          <a:xfrm>
            <a:off x="694690" y="676910"/>
            <a:ext cx="10800080" cy="535940"/>
          </a:xfrm>
        </p:spPr>
        <p:txBody>
          <a:bodyPr>
            <a:normAutofit fontScale="90000"/>
          </a:bodyPr>
          <a:p>
            <a:r>
              <a:rPr lang="zh-CN" altLang="en-US"/>
              <a:t>系统详细设计</a:t>
            </a:r>
            <a:endParaRPr lang="zh-CN" altLang="en-US"/>
          </a:p>
        </p:txBody>
      </p:sp>
      <p:pic>
        <p:nvPicPr>
          <p:cNvPr id="2" name="图片 1"/>
          <p:cNvPicPr>
            <a:picLocks noChangeAspect="1"/>
          </p:cNvPicPr>
          <p:nvPr/>
        </p:nvPicPr>
        <p:blipFill>
          <a:blip r:embed="rId6"/>
          <a:stretch>
            <a:fillRect/>
          </a:stretch>
        </p:blipFill>
        <p:spPr>
          <a:xfrm>
            <a:off x="3279775" y="2887345"/>
            <a:ext cx="5328920" cy="3726180"/>
          </a:xfrm>
          <a:prstGeom prst="rect">
            <a:avLst/>
          </a:prstGeom>
        </p:spPr>
      </p:pic>
    </p:spTree>
    <p:custDataLst>
      <p:tags r:id="rId7"/>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C:/Users/30931/AppData/Roaming/Kingsoft/office6/wppai/generateppt/2EA03F4D6FFE4972A77A07F0BCBED5CA.jpg2EA03F4D6FFE4972A77A07F0BCBED5CA"/>
          <p:cNvPicPr>
            <a:picLocks noChangeAspect="1"/>
          </p:cNvPicPr>
          <p:nvPr>
            <p:custDataLst>
              <p:tags r:id="rId1"/>
            </p:custDataLst>
          </p:nvPr>
        </p:nvPicPr>
        <p:blipFill>
          <a:blip r:embed="rId2"/>
          <a:srcRect t="44665" b="44665"/>
          <a:stretch>
            <a:fillRect/>
          </a:stretch>
        </p:blipFill>
        <p:spPr>
          <a:xfrm>
            <a:off x="0" y="0"/>
            <a:ext cx="12192000" cy="3429000"/>
          </a:xfrm>
          <a:prstGeom prst="rect">
            <a:avLst/>
          </a:prstGeom>
          <a:solidFill>
            <a:schemeClr val="accent1"/>
          </a:solidFill>
          <a:ln w="9525" cap="flat" cmpd="sng" algn="ctr">
            <a:solidFill>
              <a:schemeClr val="dk1">
                <a:lumMod val="40000"/>
                <a:lumOff val="60000"/>
                <a:alpha val="50000"/>
              </a:schemeClr>
            </a:solidFill>
            <a:prstDash val="solid"/>
            <a:round/>
            <a:headEnd type="none" w="med" len="med"/>
            <a:tailEnd type="none" w="med" len="med"/>
          </a:ln>
        </p:spPr>
      </p:pic>
      <p:sp>
        <p:nvSpPr>
          <p:cNvPr id="15" name="矩形: 圆角 14"/>
          <p:cNvSpPr/>
          <p:nvPr>
            <p:custDataLst>
              <p:tags r:id="rId3"/>
            </p:custDataLst>
          </p:nvPr>
        </p:nvSpPr>
        <p:spPr>
          <a:xfrm>
            <a:off x="530225" y="3091180"/>
            <a:ext cx="11129010" cy="3237865"/>
          </a:xfrm>
          <a:prstGeom prst="roundRect">
            <a:avLst>
              <a:gd name="adj" fmla="val 9236"/>
            </a:avLst>
          </a:prstGeom>
          <a:solidFill>
            <a:schemeClr val="lt1">
              <a:lumMod val="100000"/>
            </a:schemeClr>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rtlCol="0" anchor="ctr"/>
          <a:lstStyle/>
          <a:p>
            <a:pPr algn="ctr"/>
            <a:endParaRPr kumimoji="1" lang="zh-CN" altLang="en-US" sz="3200">
              <a:latin typeface="+mj-ea"/>
              <a:ea typeface="+mj-ea"/>
              <a:sym typeface="微软雅黑" panose="020B0503020204020204" charset="-122"/>
            </a:endParaRPr>
          </a:p>
        </p:txBody>
      </p:sp>
      <p:sp>
        <p:nvSpPr>
          <p:cNvPr id="17" name="标题 16"/>
          <p:cNvSpPr>
            <a:spLocks noGrp="1"/>
          </p:cNvSpPr>
          <p:nvPr>
            <p:ph type="title"/>
            <p:custDataLst>
              <p:tags r:id="rId4"/>
            </p:custDataLst>
          </p:nvPr>
        </p:nvSpPr>
        <p:spPr>
          <a:xfrm>
            <a:off x="1525270" y="3378835"/>
            <a:ext cx="9474200" cy="720090"/>
          </a:xfrm>
        </p:spPr>
        <p:txBody>
          <a:bodyPr anchor="ctr" anchorCtr="0">
            <a:normAutofit fontScale="90000"/>
          </a:bodyPr>
          <a:lstStyle/>
          <a:p>
            <a:r>
              <a:rPr lang="zh-CN" altLang="en-US" sz="5400"/>
              <a:t>开发环境</a:t>
            </a:r>
            <a:endParaRPr lang="zh-CN" altLang="en-US" sz="5400">
              <a:solidFill>
                <a:srgbClr val="000000"/>
              </a:solidFill>
            </a:endParaRPr>
          </a:p>
        </p:txBody>
      </p:sp>
      <p:sp>
        <p:nvSpPr>
          <p:cNvPr id="4" name="矩形 3"/>
          <p:cNvSpPr/>
          <p:nvPr>
            <p:custDataLst>
              <p:tags r:id="rId5"/>
            </p:custDataLst>
          </p:nvPr>
        </p:nvSpPr>
        <p:spPr>
          <a:xfrm>
            <a:off x="1527175" y="4785361"/>
            <a:ext cx="2647950" cy="1218565"/>
          </a:xfrm>
          <a:prstGeom prst="rect">
            <a:avLst/>
          </a:prstGeom>
          <a:noFill/>
        </p:spPr>
        <p:txBody>
          <a:bodyPr wrap="square" lIns="0" tIns="0" rIns="0" bIns="0" rtlCol="0" anchor="t">
            <a:noAutofit/>
          </a:bodyPr>
          <a:p>
            <a:pPr>
              <a:lnSpc>
                <a:spcPct val="150000"/>
              </a:lnSpc>
              <a:spcBef>
                <a:spcPct val="0"/>
              </a:spcBef>
              <a:spcAft>
                <a:spcPct val="0"/>
              </a:spcAft>
            </a:pPr>
            <a:r>
              <a:rPr lang="zh-CN" altLang="en-US" sz="1400" dirty="0">
                <a:solidFill>
                  <a:srgbClr val="000000"/>
                </a:solidFill>
                <a:latin typeface="+mn-ea"/>
                <a:cs typeface="+mn-ea"/>
                <a:sym typeface="+mn-ea"/>
              </a:rPr>
              <a:t>依托微信小程序平台进行项目部署</a:t>
            </a:r>
            <a:r>
              <a:rPr lang="en-US" altLang="zh-CN" sz="1400" dirty="0">
                <a:solidFill>
                  <a:srgbClr val="000000"/>
                </a:solidFill>
                <a:latin typeface="+mn-ea"/>
                <a:cs typeface="+mn-ea"/>
                <a:sym typeface="+mn-ea"/>
              </a:rPr>
              <a:t>，</a:t>
            </a:r>
            <a:r>
              <a:rPr lang="zh-CN" altLang="en-US" sz="1400" dirty="0">
                <a:solidFill>
                  <a:srgbClr val="000000"/>
                </a:solidFill>
                <a:latin typeface="+mn-ea"/>
                <a:cs typeface="+mn-ea"/>
                <a:sym typeface="+mn-ea"/>
              </a:rPr>
              <a:t>依托</a:t>
            </a:r>
            <a:r>
              <a:rPr lang="en-US" altLang="zh-CN" sz="1400" dirty="0">
                <a:solidFill>
                  <a:srgbClr val="000000"/>
                </a:solidFill>
                <a:latin typeface="+mn-ea"/>
                <a:cs typeface="+mn-ea"/>
                <a:sym typeface="+mn-ea"/>
              </a:rPr>
              <a:t>git</a:t>
            </a:r>
            <a:r>
              <a:rPr lang="zh-CN" altLang="en-US" sz="1400" dirty="0">
                <a:solidFill>
                  <a:srgbClr val="000000"/>
                </a:solidFill>
                <a:latin typeface="+mn-ea"/>
                <a:cs typeface="+mn-ea"/>
                <a:sym typeface="+mn-ea"/>
              </a:rPr>
              <a:t>进行代码管理</a:t>
            </a:r>
            <a:r>
              <a:rPr lang="en-US" altLang="zh-CN" sz="1400" dirty="0">
                <a:solidFill>
                  <a:srgbClr val="000000"/>
                </a:solidFill>
                <a:latin typeface="+mn-ea"/>
                <a:cs typeface="+mn-ea"/>
                <a:sym typeface="+mn-ea"/>
              </a:rPr>
              <a:t>。</a:t>
            </a:r>
            <a:endParaRPr lang="en-US" altLang="zh-CN" sz="1400" dirty="0">
              <a:solidFill>
                <a:srgbClr val="000000"/>
              </a:solidFill>
              <a:latin typeface="+mn-ea"/>
              <a:cs typeface="+mn-ea"/>
              <a:sym typeface="+mn-ea"/>
            </a:endParaRPr>
          </a:p>
        </p:txBody>
      </p:sp>
      <p:sp>
        <p:nvSpPr>
          <p:cNvPr id="6" name="矩形 5"/>
          <p:cNvSpPr/>
          <p:nvPr>
            <p:custDataLst>
              <p:tags r:id="rId6"/>
            </p:custDataLst>
          </p:nvPr>
        </p:nvSpPr>
        <p:spPr>
          <a:xfrm>
            <a:off x="1527175" y="4325621"/>
            <a:ext cx="2647950" cy="349250"/>
          </a:xfrm>
          <a:prstGeom prst="rect">
            <a:avLst/>
          </a:prstGeom>
          <a:noFill/>
        </p:spPr>
        <p:txBody>
          <a:bodyPr wrap="square" lIns="0" tIns="0" rIns="0" bIns="0" rtlCol="0" anchor="b" anchorCtr="0">
            <a:noAutofit/>
          </a:bodyPr>
          <a:p>
            <a:pPr>
              <a:spcBef>
                <a:spcPct val="0"/>
              </a:spcBef>
              <a:spcAft>
                <a:spcPct val="0"/>
              </a:spcAft>
            </a:pPr>
            <a:r>
              <a:rPr lang="zh-CN" altLang="en-US" sz="2000" b="1" dirty="0">
                <a:solidFill>
                  <a:schemeClr val="accent1"/>
                </a:solidFill>
                <a:latin typeface="+mn-ea"/>
                <a:cs typeface="+mn-ea"/>
                <a:sym typeface="+mn-ea"/>
              </a:rPr>
              <a:t>开发平台</a:t>
            </a:r>
            <a:endParaRPr lang="zh-CN" altLang="en-US" sz="2000" b="1" dirty="0">
              <a:solidFill>
                <a:schemeClr val="accent1"/>
              </a:solidFill>
              <a:latin typeface="+mn-ea"/>
              <a:cs typeface="+mn-ea"/>
              <a:sym typeface="+mn-ea"/>
            </a:endParaRPr>
          </a:p>
        </p:txBody>
      </p:sp>
      <p:sp>
        <p:nvSpPr>
          <p:cNvPr id="9" name="矩形 8"/>
          <p:cNvSpPr/>
          <p:nvPr>
            <p:custDataLst>
              <p:tags r:id="rId7"/>
            </p:custDataLst>
          </p:nvPr>
        </p:nvSpPr>
        <p:spPr>
          <a:xfrm>
            <a:off x="8353425" y="4785361"/>
            <a:ext cx="2647950" cy="1218565"/>
          </a:xfrm>
          <a:prstGeom prst="rect">
            <a:avLst/>
          </a:prstGeom>
          <a:noFill/>
        </p:spPr>
        <p:txBody>
          <a:bodyPr wrap="square" lIns="0" tIns="0" rIns="0" bIns="0" rtlCol="0" anchor="t">
            <a:noAutofit/>
          </a:bodyPr>
          <a:p>
            <a:pPr>
              <a:lnSpc>
                <a:spcPct val="150000"/>
              </a:lnSpc>
              <a:spcBef>
                <a:spcPct val="0"/>
              </a:spcBef>
              <a:spcAft>
                <a:spcPct val="0"/>
              </a:spcAft>
            </a:pPr>
            <a:r>
              <a:rPr lang="zh-CN" altLang="en-US" sz="1400">
                <a:solidFill>
                  <a:srgbClr val="000000"/>
                </a:solidFill>
                <a:latin typeface="+mn-ea"/>
                <a:cs typeface="+mn-ea"/>
                <a:sym typeface="+mn-ea"/>
              </a:rPr>
              <a:t>微信开发者工具</a:t>
            </a:r>
            <a:r>
              <a:rPr lang="en-US" altLang="zh-CN" sz="1400">
                <a:solidFill>
                  <a:srgbClr val="000000"/>
                </a:solidFill>
                <a:latin typeface="+mn-ea"/>
                <a:cs typeface="+mn-ea"/>
                <a:sym typeface="+mn-ea"/>
              </a:rPr>
              <a:t>，cursor</a:t>
            </a:r>
            <a:r>
              <a:rPr lang="zh-CN" altLang="en-US" sz="1400">
                <a:solidFill>
                  <a:srgbClr val="000000"/>
                </a:solidFill>
                <a:latin typeface="+mn-ea"/>
                <a:cs typeface="+mn-ea"/>
                <a:sym typeface="+mn-ea"/>
              </a:rPr>
              <a:t>加速开发，助“兵</a:t>
            </a:r>
            <a:r>
              <a:rPr lang="en-US" altLang="zh-CN" sz="1400">
                <a:solidFill>
                  <a:srgbClr val="000000"/>
                </a:solidFill>
                <a:latin typeface="+mn-ea"/>
                <a:cs typeface="+mn-ea"/>
                <a:sym typeface="+mn-ea"/>
              </a:rPr>
              <a:t>+</a:t>
            </a:r>
            <a:r>
              <a:rPr lang="zh-CN" altLang="en-US" sz="1400">
                <a:solidFill>
                  <a:srgbClr val="000000"/>
                </a:solidFill>
                <a:latin typeface="+mn-ea"/>
                <a:cs typeface="+mn-ea"/>
                <a:sym typeface="+mn-ea"/>
              </a:rPr>
              <a:t>”微信</a:t>
            </a:r>
            <a:r>
              <a:rPr lang="zh-CN" altLang="en-US" sz="1400">
                <a:solidFill>
                  <a:srgbClr val="000000"/>
                </a:solidFill>
                <a:latin typeface="+mn-ea"/>
                <a:cs typeface="+mn-ea"/>
                <a:sym typeface="+mn-ea"/>
              </a:rPr>
              <a:t>小程序代码编写、调试与优化。</a:t>
            </a:r>
            <a:endParaRPr lang="zh-CN" altLang="en-US" sz="1400">
              <a:solidFill>
                <a:srgbClr val="000000"/>
              </a:solidFill>
              <a:latin typeface="+mn-ea"/>
              <a:cs typeface="+mn-ea"/>
              <a:sym typeface="+mn-ea"/>
            </a:endParaRPr>
          </a:p>
        </p:txBody>
      </p:sp>
      <p:sp>
        <p:nvSpPr>
          <p:cNvPr id="10" name="矩形 9"/>
          <p:cNvSpPr/>
          <p:nvPr>
            <p:custDataLst>
              <p:tags r:id="rId8"/>
            </p:custDataLst>
          </p:nvPr>
        </p:nvSpPr>
        <p:spPr>
          <a:xfrm>
            <a:off x="8353425" y="4325621"/>
            <a:ext cx="2647950" cy="349250"/>
          </a:xfrm>
          <a:prstGeom prst="rect">
            <a:avLst/>
          </a:prstGeom>
          <a:noFill/>
        </p:spPr>
        <p:txBody>
          <a:bodyPr wrap="square" lIns="0" tIns="0" rIns="0" bIns="0" rtlCol="0" anchor="b" anchorCtr="0">
            <a:noAutofit/>
          </a:bodyPr>
          <a:p>
            <a:pPr>
              <a:spcBef>
                <a:spcPct val="0"/>
              </a:spcBef>
              <a:spcAft>
                <a:spcPct val="0"/>
              </a:spcAft>
            </a:pPr>
            <a:r>
              <a:rPr lang="zh-CN" altLang="en-US" sz="2000" b="1">
                <a:solidFill>
                  <a:schemeClr val="accent1"/>
                </a:solidFill>
                <a:latin typeface="+mn-ea"/>
                <a:cs typeface="+mn-ea"/>
                <a:sym typeface="+mn-ea"/>
              </a:rPr>
              <a:t>开发工具</a:t>
            </a:r>
            <a:endParaRPr lang="zh-CN" altLang="en-US" sz="2000" b="1">
              <a:solidFill>
                <a:schemeClr val="accent1"/>
              </a:solidFill>
              <a:latin typeface="+mn-ea"/>
              <a:cs typeface="+mn-ea"/>
              <a:sym typeface="+mn-ea"/>
            </a:endParaRPr>
          </a:p>
        </p:txBody>
      </p:sp>
      <p:sp>
        <p:nvSpPr>
          <p:cNvPr id="11" name="矩形 10"/>
          <p:cNvSpPr/>
          <p:nvPr>
            <p:custDataLst>
              <p:tags r:id="rId9"/>
            </p:custDataLst>
          </p:nvPr>
        </p:nvSpPr>
        <p:spPr>
          <a:xfrm>
            <a:off x="4940300" y="4785361"/>
            <a:ext cx="2647950" cy="1218565"/>
          </a:xfrm>
          <a:prstGeom prst="rect">
            <a:avLst/>
          </a:prstGeom>
          <a:noFill/>
        </p:spPr>
        <p:txBody>
          <a:bodyPr wrap="square" lIns="0" tIns="0" rIns="0" bIns="0" rtlCol="0" anchor="t">
            <a:noAutofit/>
          </a:bodyPr>
          <a:p>
            <a:pPr>
              <a:lnSpc>
                <a:spcPct val="150000"/>
              </a:lnSpc>
              <a:spcBef>
                <a:spcPct val="0"/>
              </a:spcBef>
              <a:spcAft>
                <a:spcPct val="0"/>
              </a:spcAft>
            </a:pPr>
            <a:r>
              <a:rPr lang="zh-CN" altLang="en-US" sz="1400">
                <a:solidFill>
                  <a:srgbClr val="000000"/>
                </a:solidFill>
                <a:latin typeface="+mn-ea"/>
                <a:cs typeface="+mn-ea"/>
                <a:sym typeface="+mn-ea"/>
              </a:rPr>
              <a:t>前端</a:t>
            </a:r>
            <a:r>
              <a:rPr lang="en-US" altLang="zh-CN" sz="1400">
                <a:solidFill>
                  <a:srgbClr val="000000"/>
                </a:solidFill>
                <a:latin typeface="+mn-ea"/>
                <a:cs typeface="+mn-ea"/>
                <a:sym typeface="+mn-ea"/>
              </a:rPr>
              <a:t>Taro</a:t>
            </a:r>
            <a:r>
              <a:rPr lang="zh-CN" altLang="en-US" sz="1400">
                <a:solidFill>
                  <a:srgbClr val="000000"/>
                </a:solidFill>
                <a:latin typeface="+mn-ea"/>
                <a:cs typeface="+mn-ea"/>
                <a:sym typeface="+mn-ea"/>
              </a:rPr>
              <a:t>框架构建小程序界面，</a:t>
            </a:r>
            <a:r>
              <a:rPr lang="en-US" altLang="zh-CN" sz="1400">
                <a:solidFill>
                  <a:srgbClr val="000000"/>
                </a:solidFill>
                <a:latin typeface="+mn-ea"/>
                <a:cs typeface="+mn-ea"/>
                <a:sym typeface="+mn-ea"/>
              </a:rPr>
              <a:t>sass</a:t>
            </a:r>
            <a:r>
              <a:rPr lang="zh-CN" altLang="en-US" sz="1400">
                <a:solidFill>
                  <a:srgbClr val="000000"/>
                </a:solidFill>
                <a:latin typeface="+mn-ea"/>
                <a:cs typeface="+mn-ea"/>
                <a:sym typeface="+mn-ea"/>
              </a:rPr>
              <a:t>进行样式管理</a:t>
            </a:r>
            <a:r>
              <a:rPr lang="en-US" altLang="zh-CN" sz="1400">
                <a:solidFill>
                  <a:srgbClr val="000000"/>
                </a:solidFill>
                <a:latin typeface="+mn-ea"/>
                <a:cs typeface="+mn-ea"/>
                <a:sym typeface="+mn-ea"/>
              </a:rPr>
              <a:t>，Serverless</a:t>
            </a:r>
            <a:r>
              <a:rPr lang="zh-CN" altLang="en-US" sz="1400">
                <a:solidFill>
                  <a:srgbClr val="000000"/>
                </a:solidFill>
                <a:latin typeface="+mn-ea"/>
                <a:cs typeface="+mn-ea"/>
                <a:sym typeface="+mn-ea"/>
              </a:rPr>
              <a:t>后端</a:t>
            </a:r>
            <a:r>
              <a:rPr lang="en-US" altLang="zh-CN" sz="1400">
                <a:solidFill>
                  <a:srgbClr val="000000"/>
                </a:solidFill>
                <a:latin typeface="+mn-ea"/>
                <a:cs typeface="+mn-ea"/>
                <a:sym typeface="+mn-ea"/>
              </a:rPr>
              <a:t> node.js</a:t>
            </a:r>
            <a:r>
              <a:rPr lang="zh-CN" altLang="en-US" sz="1400">
                <a:solidFill>
                  <a:srgbClr val="000000"/>
                </a:solidFill>
                <a:latin typeface="+mn-ea"/>
                <a:cs typeface="+mn-ea"/>
                <a:sym typeface="+mn-ea"/>
              </a:rPr>
              <a:t>云函数分析传递数据</a:t>
            </a:r>
            <a:r>
              <a:rPr lang="en-US" altLang="zh-CN" sz="1400">
                <a:solidFill>
                  <a:srgbClr val="000000"/>
                </a:solidFill>
                <a:latin typeface="+mn-ea"/>
                <a:cs typeface="+mn-ea"/>
                <a:sym typeface="+mn-ea"/>
              </a:rPr>
              <a:t>，No SQL </a:t>
            </a:r>
            <a:r>
              <a:rPr lang="zh-CN" altLang="en-US" sz="1400">
                <a:solidFill>
                  <a:srgbClr val="000000"/>
                </a:solidFill>
                <a:latin typeface="+mn-ea"/>
                <a:cs typeface="+mn-ea"/>
                <a:sym typeface="+mn-ea"/>
              </a:rPr>
              <a:t>云数据库存储数据</a:t>
            </a:r>
            <a:r>
              <a:rPr lang="en-US" altLang="zh-CN" sz="1400">
                <a:solidFill>
                  <a:srgbClr val="000000"/>
                </a:solidFill>
                <a:latin typeface="+mn-ea"/>
                <a:cs typeface="+mn-ea"/>
                <a:sym typeface="+mn-ea"/>
              </a:rPr>
              <a:t>。</a:t>
            </a:r>
            <a:endParaRPr lang="en-US" altLang="zh-CN" sz="1400">
              <a:solidFill>
                <a:srgbClr val="000000"/>
              </a:solidFill>
              <a:latin typeface="+mn-ea"/>
              <a:cs typeface="+mn-ea"/>
              <a:sym typeface="+mn-ea"/>
            </a:endParaRPr>
          </a:p>
        </p:txBody>
      </p:sp>
      <p:sp>
        <p:nvSpPr>
          <p:cNvPr id="14" name="矩形 13"/>
          <p:cNvSpPr/>
          <p:nvPr>
            <p:custDataLst>
              <p:tags r:id="rId10"/>
            </p:custDataLst>
          </p:nvPr>
        </p:nvSpPr>
        <p:spPr>
          <a:xfrm>
            <a:off x="4940300" y="4325621"/>
            <a:ext cx="2647950" cy="349250"/>
          </a:xfrm>
          <a:prstGeom prst="rect">
            <a:avLst/>
          </a:prstGeom>
          <a:noFill/>
        </p:spPr>
        <p:txBody>
          <a:bodyPr wrap="square" lIns="0" tIns="0" rIns="0" bIns="0" rtlCol="0" anchor="b" anchorCtr="0">
            <a:noAutofit/>
          </a:bodyPr>
          <a:p>
            <a:pPr>
              <a:spcBef>
                <a:spcPct val="0"/>
              </a:spcBef>
              <a:spcAft>
                <a:spcPct val="0"/>
              </a:spcAft>
            </a:pPr>
            <a:r>
              <a:rPr lang="zh-CN" altLang="en-US" sz="2000" b="1">
                <a:solidFill>
                  <a:schemeClr val="accent1"/>
                </a:solidFill>
                <a:latin typeface="+mn-ea"/>
                <a:cs typeface="+mn-ea"/>
                <a:sym typeface="+mn-ea"/>
              </a:rPr>
              <a:t>开发语言</a:t>
            </a:r>
            <a:endParaRPr lang="zh-CN" altLang="en-US" sz="2000" b="1">
              <a:solidFill>
                <a:schemeClr val="accent1"/>
              </a:solidFill>
              <a:latin typeface="+mn-ea"/>
              <a:cs typeface="+mn-ea"/>
              <a:sym typeface="+mn-ea"/>
            </a:endParaRPr>
          </a:p>
        </p:txBody>
      </p:sp>
    </p:spTree>
    <p:custDataLst>
      <p:tags r:id="rId1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4553415" y="3016291"/>
            <a:ext cx="3085171" cy="922020"/>
          </a:xfrm>
          <a:prstGeom prst="rect">
            <a:avLst/>
          </a:prstGeom>
          <a:noFill/>
        </p:spPr>
        <p:txBody>
          <a:bodyPr wrap="square">
            <a:spAutoFit/>
          </a:bodyPr>
          <a:lstStyle/>
          <a:p>
            <a:pPr algn="ctr">
              <a:lnSpc>
                <a:spcPct val="150000"/>
              </a:lnSpc>
            </a:pPr>
            <a:r>
              <a:rPr lang="en-US" altLang="zh-CN" sz="3600" b="1" dirty="0">
                <a:solidFill>
                  <a:schemeClr val="accent1">
                    <a:lumMod val="75000"/>
                  </a:schemeClr>
                </a:solidFill>
                <a:latin typeface="微软雅黑" panose="020B0503020204020204" charset="-122"/>
                <a:ea typeface="微软雅黑" panose="020B0503020204020204" charset="-122"/>
              </a:rPr>
              <a:t>04 </a:t>
            </a:r>
            <a:r>
              <a:rPr lang="zh-CN" altLang="en-US" sz="3600" b="1" dirty="0">
                <a:solidFill>
                  <a:schemeClr val="accent1">
                    <a:lumMod val="75000"/>
                  </a:schemeClr>
                </a:solidFill>
                <a:latin typeface="微软雅黑" panose="020B0503020204020204" charset="-122"/>
                <a:ea typeface="微软雅黑" panose="020B0503020204020204" charset="-122"/>
              </a:rPr>
              <a:t>系统测试</a:t>
            </a:r>
            <a:endParaRPr lang="zh-CN" altLang="en-US" sz="3600" b="1" dirty="0">
              <a:solidFill>
                <a:schemeClr val="accent1">
                  <a:lumMod val="75000"/>
                </a:schemeClr>
              </a:solidFill>
              <a:latin typeface="微软雅黑" panose="020B0503020204020204" charset="-122"/>
              <a:ea typeface="微软雅黑" panose="020B0503020204020204" charset="-122"/>
            </a:endParaRPr>
          </a:p>
        </p:txBody>
      </p:sp>
      <p:sp>
        <p:nvSpPr>
          <p:cNvPr id="6" name="灯片编号占位符 5"/>
          <p:cNvSpPr>
            <a:spLocks noGrp="1"/>
          </p:cNvSpPr>
          <p:nvPr>
            <p:ph type="sldNum" sz="quarter" idx="12"/>
            <p:custDataLst>
              <p:tags r:id="rId2"/>
            </p:custDataLst>
          </p:nvPr>
        </p:nvSpPr>
        <p:spPr/>
        <p:txBody>
          <a:bodyPr/>
          <a:lstStyle/>
          <a:p>
            <a:fld id="{C730C15E-7DE8-4003-AC2F-632DCF856F49}" type="slidenum">
              <a:rPr lang="zh-CN" altLang="en-US" smtClean="0"/>
            </a:fld>
            <a:endParaRPr lang="zh-CN" altLang="en-US" dirty="0"/>
          </a:p>
        </p:txBody>
      </p:sp>
      <p:pic>
        <p:nvPicPr>
          <p:cNvPr id="5" name="图片 4"/>
          <p:cNvPicPr>
            <a:picLocks noChangeAspect="1"/>
          </p:cNvPicPr>
          <p:nvPr>
            <p:custDataLst>
              <p:tags r:id="rId3"/>
            </p:custDataLst>
          </p:nvPr>
        </p:nvPicPr>
        <p:blipFill>
          <a:blip r:embed="rId4"/>
          <a:stretch>
            <a:fillRect/>
          </a:stretch>
        </p:blipFill>
        <p:spPr>
          <a:xfrm>
            <a:off x="0" y="19050"/>
            <a:ext cx="3047365" cy="914400"/>
          </a:xfrm>
          <a:prstGeom prst="rect">
            <a:avLst/>
          </a:prstGeom>
        </p:spPr>
      </p:pic>
    </p:spTree>
    <p:custDataLst>
      <p:tags r:id="rId5"/>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custDataLst>
              <p:tags r:id="rId1"/>
            </p:custDataLst>
          </p:nvPr>
        </p:nvSpPr>
        <p:spPr>
          <a:xfrm>
            <a:off x="694690" y="676910"/>
            <a:ext cx="10800080" cy="535940"/>
          </a:xfrm>
        </p:spPr>
        <p:txBody>
          <a:bodyPr>
            <a:normAutofit fontScale="90000"/>
          </a:bodyPr>
          <a:p>
            <a:r>
              <a:rPr lang="zh-CN" altLang="en-US"/>
              <a:t>系统测试</a:t>
            </a:r>
            <a:endParaRPr lang="zh-CN" altLang="en-US"/>
          </a:p>
        </p:txBody>
      </p:sp>
      <p:sp>
        <p:nvSpPr>
          <p:cNvPr id="13" name="矩形: 圆角 2"/>
          <p:cNvSpPr/>
          <p:nvPr>
            <p:custDataLst>
              <p:tags r:id="rId2"/>
            </p:custDataLst>
          </p:nvPr>
        </p:nvSpPr>
        <p:spPr>
          <a:xfrm>
            <a:off x="694690" y="1650365"/>
            <a:ext cx="4465320" cy="3956050"/>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16" name="矩形 15"/>
          <p:cNvSpPr/>
          <p:nvPr>
            <p:custDataLst>
              <p:tags r:id="rId3"/>
            </p:custDataLst>
          </p:nvPr>
        </p:nvSpPr>
        <p:spPr>
          <a:xfrm>
            <a:off x="960120" y="2778760"/>
            <a:ext cx="3867785" cy="1762760"/>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400">
                <a:sym typeface="+mn-ea"/>
              </a:rPr>
              <a:t>系统测试的目的在于验证退役军人服务小程序在真实使用场景下的功能完整性、稳定性和可用性，确保登录、个人信息管理、军魂记录、健康管理、资讯、就业培训、创业、退伍指引与</a:t>
            </a:r>
            <a:r>
              <a:rPr lang="en-US" altLang="zh-CN" sz="1400">
                <a:sym typeface="+mn-ea"/>
              </a:rPr>
              <a:t> AI </a:t>
            </a:r>
            <a:r>
              <a:rPr lang="zh-CN" altLang="en-US" sz="1400">
                <a:sym typeface="+mn-ea"/>
              </a:rPr>
              <a:t>问答等核心模块能够正确响应用户操作并给出符合预期的结果。同时，通过对异常输入、网络波动和接口失败等场景的测试，评估系统的容错能力与用户提示机制，降低上线后的使用风险。</a:t>
            </a:r>
            <a:endParaRPr lang="zh-CN" altLang="en-US" sz="1400"/>
          </a:p>
          <a:p>
            <a:pPr algn="just">
              <a:lnSpc>
                <a:spcPct val="150000"/>
              </a:lnSpc>
              <a:spcBef>
                <a:spcPct val="0"/>
              </a:spcBef>
              <a:spcAft>
                <a:spcPct val="0"/>
              </a:spcAft>
            </a:pPr>
            <a:endParaRPr lang="zh-CN" altLang="en-US" sz="1400" dirty="0">
              <a:solidFill>
                <a:schemeClr val="tx1">
                  <a:lumMod val="85000"/>
                  <a:lumOff val="15000"/>
                </a:schemeClr>
              </a:solidFill>
              <a:latin typeface="+mn-ea"/>
              <a:cs typeface="+mn-ea"/>
            </a:endParaRPr>
          </a:p>
        </p:txBody>
      </p:sp>
      <p:sp>
        <p:nvSpPr>
          <p:cNvPr id="17" name="圆角矩形 16"/>
          <p:cNvSpPr/>
          <p:nvPr>
            <p:custDataLst>
              <p:tags r:id="rId4"/>
            </p:custDataLst>
          </p:nvPr>
        </p:nvSpPr>
        <p:spPr>
          <a:xfrm>
            <a:off x="959937" y="1212683"/>
            <a:ext cx="695240" cy="681247"/>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sz="2000" b="1">
                <a:solidFill>
                  <a:srgbClr val="FFFFFF"/>
                </a:solidFill>
                <a:latin typeface="+mn-ea"/>
                <a:cs typeface="+mn-ea"/>
                <a:sym typeface="+mn-ea"/>
              </a:rPr>
              <a:t>01</a:t>
            </a:r>
            <a:endParaRPr lang="en-US" altLang="zh-CN" sz="2000" b="1" dirty="0">
              <a:solidFill>
                <a:srgbClr val="FFFFFF"/>
              </a:solidFill>
              <a:latin typeface="+mn-ea"/>
              <a:cs typeface="+mn-ea"/>
              <a:sym typeface="+mn-ea"/>
            </a:endParaRPr>
          </a:p>
        </p:txBody>
      </p:sp>
      <p:cxnSp>
        <p:nvCxnSpPr>
          <p:cNvPr id="18" name="直接连接符 17"/>
          <p:cNvCxnSpPr/>
          <p:nvPr>
            <p:custDataLst>
              <p:tags r:id="rId5"/>
            </p:custDataLst>
          </p:nvPr>
        </p:nvCxnSpPr>
        <p:spPr>
          <a:xfrm flipV="1">
            <a:off x="880427" y="2629879"/>
            <a:ext cx="2128263"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19" name="矩形 18"/>
          <p:cNvSpPr/>
          <p:nvPr>
            <p:custDataLst>
              <p:tags r:id="rId6"/>
            </p:custDataLst>
          </p:nvPr>
        </p:nvSpPr>
        <p:spPr>
          <a:xfrm>
            <a:off x="963118" y="2040229"/>
            <a:ext cx="1995711" cy="443351"/>
          </a:xfrm>
          <a:prstGeom prst="rect">
            <a:avLst/>
          </a:prstGeom>
          <a:noFill/>
        </p:spPr>
        <p:txBody>
          <a:bodyPr wrap="square" lIns="0" tIns="0" rIns="0" bIns="0" rtlCol="0" anchor="ctr" anchorCtr="0">
            <a:noAutofit/>
          </a:bodyPr>
          <a:p>
            <a:pPr>
              <a:spcBef>
                <a:spcPct val="0"/>
              </a:spcBef>
              <a:spcAft>
                <a:spcPct val="0"/>
              </a:spcAft>
            </a:pPr>
            <a:r>
              <a:rPr lang="zh-CN" altLang="en-US" b="1">
                <a:solidFill>
                  <a:schemeClr val="accent1"/>
                </a:solidFill>
                <a:latin typeface="+mn-ea"/>
                <a:cs typeface="+mn-ea"/>
              </a:rPr>
              <a:t>测试</a:t>
            </a:r>
            <a:r>
              <a:rPr lang="zh-CN" altLang="en-US" b="1">
                <a:solidFill>
                  <a:schemeClr val="accent1"/>
                </a:solidFill>
                <a:latin typeface="+mn-ea"/>
                <a:cs typeface="+mn-ea"/>
              </a:rPr>
              <a:t>目的</a:t>
            </a:r>
            <a:endParaRPr lang="zh-CN" altLang="en-US" b="1">
              <a:solidFill>
                <a:schemeClr val="accent1"/>
              </a:solidFill>
              <a:latin typeface="+mn-ea"/>
              <a:cs typeface="+mn-ea"/>
            </a:endParaRPr>
          </a:p>
        </p:txBody>
      </p:sp>
      <p:sp>
        <p:nvSpPr>
          <p:cNvPr id="21" name="矩形: 圆角 2"/>
          <p:cNvSpPr/>
          <p:nvPr>
            <p:custDataLst>
              <p:tags r:id="rId7"/>
            </p:custDataLst>
          </p:nvPr>
        </p:nvSpPr>
        <p:spPr>
          <a:xfrm>
            <a:off x="6109970" y="1650365"/>
            <a:ext cx="4754880" cy="3956050"/>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22" name="矩形 21"/>
          <p:cNvSpPr/>
          <p:nvPr>
            <p:custDataLst>
              <p:tags r:id="rId8"/>
            </p:custDataLst>
          </p:nvPr>
        </p:nvSpPr>
        <p:spPr>
          <a:xfrm>
            <a:off x="6375400" y="2782570"/>
            <a:ext cx="3801110" cy="2241550"/>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400">
                <a:sym typeface="+mn-ea"/>
              </a:rPr>
              <a:t>为保证系统在实际运行中的稳定性、正确性与可用性，本文采用黑盒测试与灰盒测试相结合的方式对系统进行验证。黑盒测试主要关注用户视角的功能流程与界面反馈，例如表单校验、按钮交互与结果展示；灰盒测试结合云函数返回结构与数据库状态进行验证，重点检查数据正确性、状态同步和异常处理逻辑。</a:t>
            </a:r>
            <a:endParaRPr lang="zh-CN" altLang="en-US" sz="1400" dirty="0">
              <a:solidFill>
                <a:schemeClr val="tx1">
                  <a:lumMod val="85000"/>
                  <a:lumOff val="15000"/>
                </a:schemeClr>
              </a:solidFill>
              <a:latin typeface="+mn-ea"/>
              <a:cs typeface="+mn-ea"/>
            </a:endParaRPr>
          </a:p>
        </p:txBody>
      </p:sp>
      <p:sp>
        <p:nvSpPr>
          <p:cNvPr id="23" name="圆角矩形 22"/>
          <p:cNvSpPr/>
          <p:nvPr>
            <p:custDataLst>
              <p:tags r:id="rId9"/>
            </p:custDataLst>
          </p:nvPr>
        </p:nvSpPr>
        <p:spPr>
          <a:xfrm>
            <a:off x="6375400" y="1212850"/>
            <a:ext cx="695325" cy="650240"/>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sz="2000" b="1">
                <a:solidFill>
                  <a:srgbClr val="FFFFFF"/>
                </a:solidFill>
                <a:latin typeface="+mn-ea"/>
                <a:cs typeface="+mn-ea"/>
                <a:sym typeface="+mn-ea"/>
              </a:rPr>
              <a:t>02</a:t>
            </a:r>
            <a:endParaRPr lang="en-US" altLang="zh-CN" sz="2000" b="1" dirty="0">
              <a:solidFill>
                <a:srgbClr val="FFFFFF"/>
              </a:solidFill>
              <a:latin typeface="+mn-ea"/>
              <a:cs typeface="+mn-ea"/>
              <a:sym typeface="+mn-ea"/>
            </a:endParaRPr>
          </a:p>
        </p:txBody>
      </p:sp>
      <p:cxnSp>
        <p:nvCxnSpPr>
          <p:cNvPr id="24" name="直接连接符 23"/>
          <p:cNvCxnSpPr/>
          <p:nvPr>
            <p:custDataLst>
              <p:tags r:id="rId10"/>
            </p:custDataLst>
          </p:nvPr>
        </p:nvCxnSpPr>
        <p:spPr>
          <a:xfrm>
            <a:off x="6295982" y="2629244"/>
            <a:ext cx="4054475"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25" name="矩形 24"/>
          <p:cNvSpPr/>
          <p:nvPr>
            <p:custDataLst>
              <p:tags r:id="rId11"/>
            </p:custDataLst>
          </p:nvPr>
        </p:nvSpPr>
        <p:spPr>
          <a:xfrm>
            <a:off x="6381115" y="2041525"/>
            <a:ext cx="3802380" cy="563245"/>
          </a:xfrm>
          <a:prstGeom prst="rect">
            <a:avLst/>
          </a:prstGeom>
          <a:noFill/>
        </p:spPr>
        <p:txBody>
          <a:bodyPr wrap="square" lIns="0" tIns="0" rIns="0" bIns="0" rtlCol="0" anchor="ctr" anchorCtr="0">
            <a:noAutofit/>
          </a:bodyPr>
          <a:p>
            <a:pPr>
              <a:spcBef>
                <a:spcPct val="0"/>
              </a:spcBef>
              <a:spcAft>
                <a:spcPct val="0"/>
              </a:spcAft>
            </a:pPr>
            <a:r>
              <a:rPr lang="zh-CN" altLang="en-US" b="1">
                <a:solidFill>
                  <a:schemeClr val="accent1"/>
                </a:solidFill>
                <a:latin typeface="+mn-ea"/>
                <a:cs typeface="+mn-ea"/>
              </a:rPr>
              <a:t>测试</a:t>
            </a:r>
            <a:r>
              <a:rPr lang="zh-CN" altLang="en-US" b="1">
                <a:solidFill>
                  <a:schemeClr val="accent1"/>
                </a:solidFill>
                <a:latin typeface="+mn-ea"/>
                <a:cs typeface="+mn-ea"/>
              </a:rPr>
              <a:t>方法</a:t>
            </a:r>
            <a:endParaRPr lang="zh-CN" altLang="en-US" b="1">
              <a:solidFill>
                <a:schemeClr val="accent1"/>
              </a:solidFill>
              <a:latin typeface="+mn-ea"/>
              <a:cs typeface="+mn-ea"/>
            </a:endParaRPr>
          </a:p>
        </p:txBody>
      </p:sp>
    </p:spTree>
    <p:custDataLst>
      <p:tags r:id="rId1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1"/>
            </p:custDataLst>
          </p:nvPr>
        </p:nvSpPr>
        <p:spPr>
          <a:xfrm>
            <a:off x="694690" y="676910"/>
            <a:ext cx="10800080" cy="535940"/>
          </a:xfrm>
        </p:spPr>
        <p:txBody>
          <a:bodyPr>
            <a:normAutofit fontScale="90000"/>
          </a:bodyPr>
          <a:p>
            <a:r>
              <a:rPr lang="zh-CN" altLang="en-US"/>
              <a:t>模拟</a:t>
            </a:r>
            <a:r>
              <a:rPr lang="zh-CN" altLang="en-US"/>
              <a:t>交互测试</a:t>
            </a:r>
            <a:endParaRPr lang="zh-CN" altLang="en-US"/>
          </a:p>
        </p:txBody>
      </p:sp>
      <p:pic>
        <p:nvPicPr>
          <p:cNvPr id="2" name="图片 1" descr="C:/Users/30931/AppData/Roaming/Kingsoft/office6/wppai/generateppt/41240EFAF8314151A3129051CBED6ECF.jpg41240EFAF8314151A3129051CBED6ECF"/>
          <p:cNvPicPr>
            <a:picLocks noChangeAspect="1"/>
          </p:cNvPicPr>
          <p:nvPr>
            <p:custDataLst>
              <p:tags r:id="rId2"/>
            </p:custDataLst>
          </p:nvPr>
        </p:nvPicPr>
        <p:blipFill rotWithShape="1">
          <a:blip r:embed="rId3"/>
          <a:srcRect/>
          <a:stretch>
            <a:fillRect/>
          </a:stretch>
        </p:blipFill>
        <p:spPr>
          <a:xfrm>
            <a:off x="349885" y="1342390"/>
            <a:ext cx="1225550" cy="1225550"/>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3175" cap="flat" cmpd="sng" algn="ctr">
            <a:solidFill>
              <a:schemeClr val="tx1">
                <a:lumMod val="40000"/>
                <a:lumOff val="60000"/>
                <a:alpha val="20000"/>
              </a:schemeClr>
            </a:solidFill>
            <a:prstDash val="solid"/>
            <a:round/>
            <a:headEnd type="none" w="med" len="med"/>
            <a:tailEnd type="none" w="med" len="med"/>
          </a:ln>
        </p:spPr>
      </p:pic>
      <p:sp>
        <p:nvSpPr>
          <p:cNvPr id="31" name="八边形 30"/>
          <p:cNvSpPr/>
          <p:nvPr>
            <p:custDataLst>
              <p:tags r:id="rId4"/>
            </p:custDataLst>
          </p:nvPr>
        </p:nvSpPr>
        <p:spPr>
          <a:xfrm>
            <a:off x="1384935" y="1342390"/>
            <a:ext cx="382905" cy="352425"/>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fontScale="90000"/>
          </a:bodyPr>
          <a:p>
            <a:pPr algn="ctr">
              <a:spcBef>
                <a:spcPct val="0"/>
              </a:spcBef>
              <a:spcAft>
                <a:spcPct val="0"/>
              </a:spcAft>
            </a:pPr>
            <a:r>
              <a:rPr lang="en-US" altLang="zh-CN" sz="1600" b="1">
                <a:latin typeface="+mn-ea"/>
                <a:cs typeface="+mn-ea"/>
                <a:sym typeface="+mn-ea"/>
              </a:rPr>
              <a:t>01</a:t>
            </a:r>
            <a:endParaRPr lang="zh-CN" altLang="en-US" sz="1600" b="1" dirty="0">
              <a:latin typeface="+mn-ea"/>
              <a:cs typeface="+mn-ea"/>
              <a:sym typeface="+mn-ea"/>
            </a:endParaRPr>
          </a:p>
        </p:txBody>
      </p:sp>
      <p:sp>
        <p:nvSpPr>
          <p:cNvPr id="7" name="矩形 6"/>
          <p:cNvSpPr/>
          <p:nvPr>
            <p:custDataLst>
              <p:tags r:id="rId5"/>
            </p:custDataLst>
          </p:nvPr>
        </p:nvSpPr>
        <p:spPr>
          <a:xfrm>
            <a:off x="1689100" y="1694815"/>
            <a:ext cx="1374140" cy="444500"/>
          </a:xfrm>
          <a:prstGeom prst="rect">
            <a:avLst/>
          </a:prstGeom>
          <a:noFill/>
        </p:spPr>
        <p:txBody>
          <a:bodyPr wrap="square" lIns="0" tIns="0" rIns="0" bIns="0" rtlCol="0" anchor="b">
            <a:noAutofit/>
          </a:bodyPr>
          <a:p>
            <a:pPr algn="r">
              <a:spcBef>
                <a:spcPct val="0"/>
              </a:spcBef>
              <a:spcAft>
                <a:spcPct val="0"/>
              </a:spcAft>
              <a:buClr>
                <a:schemeClr val="accent1"/>
              </a:buClr>
              <a:buSzPct val="70000"/>
            </a:pPr>
            <a:r>
              <a:rPr lang="zh-CN" altLang="en-US" sz="2400" b="1">
                <a:solidFill>
                  <a:schemeClr val="accent1"/>
                </a:solidFill>
                <a:latin typeface="+mn-ea"/>
                <a:cs typeface="+mn-ea"/>
              </a:rPr>
              <a:t>登陆</a:t>
            </a:r>
            <a:r>
              <a:rPr lang="zh-CN" altLang="en-US" sz="2400" b="1">
                <a:solidFill>
                  <a:schemeClr val="accent1"/>
                </a:solidFill>
                <a:latin typeface="+mn-ea"/>
                <a:cs typeface="+mn-ea"/>
              </a:rPr>
              <a:t>模块</a:t>
            </a:r>
            <a:endParaRPr lang="zh-CN" altLang="en-US" sz="2400" b="1">
              <a:solidFill>
                <a:schemeClr val="accent1"/>
              </a:solidFill>
              <a:latin typeface="+mn-ea"/>
              <a:cs typeface="+mn-ea"/>
            </a:endParaRPr>
          </a:p>
        </p:txBody>
      </p:sp>
      <p:sp>
        <p:nvSpPr>
          <p:cNvPr id="6" name="文本框 5"/>
          <p:cNvSpPr txBox="1"/>
          <p:nvPr/>
        </p:nvSpPr>
        <p:spPr>
          <a:xfrm>
            <a:off x="1575435" y="2590165"/>
            <a:ext cx="2585720" cy="2312035"/>
          </a:xfrm>
          <a:prstGeom prst="rect">
            <a:avLst/>
          </a:prstGeom>
          <a:noFill/>
        </p:spPr>
        <p:txBody>
          <a:bodyPr wrap="square" rtlCol="0">
            <a:noAutofit/>
          </a:bodyPr>
          <a:p>
            <a:r>
              <a:rPr lang="zh-CN" altLang="en-US"/>
              <a:t>登陆模块未勾选隐私政策，免责申明等协议，无法进行登陆，提示请先阅读并同意协议。登陆后若信息不完整，则提示用户可跳转完善信息</a:t>
            </a:r>
            <a:r>
              <a:rPr lang="en-US" altLang="zh-CN"/>
              <a:t>。</a:t>
            </a:r>
            <a:endParaRPr lang="en-US" altLang="zh-CN"/>
          </a:p>
        </p:txBody>
      </p:sp>
      <p:pic>
        <p:nvPicPr>
          <p:cNvPr id="8" name="图片 10"/>
          <p:cNvPicPr>
            <a:picLocks noChangeAspect="1"/>
          </p:cNvPicPr>
          <p:nvPr/>
        </p:nvPicPr>
        <p:blipFill>
          <a:blip r:embed="rId6"/>
          <a:stretch>
            <a:fillRect/>
          </a:stretch>
        </p:blipFill>
        <p:spPr>
          <a:xfrm>
            <a:off x="5692775" y="1623060"/>
            <a:ext cx="3771900" cy="4088130"/>
          </a:xfrm>
          <a:prstGeom prst="rect">
            <a:avLst/>
          </a:prstGeom>
          <a:noFill/>
          <a:ln>
            <a:noFill/>
          </a:ln>
        </p:spPr>
      </p:pic>
    </p:spTree>
    <p:custDataLst>
      <p:tags r:id="rId7"/>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1"/>
            </p:custDataLst>
          </p:nvPr>
        </p:nvSpPr>
        <p:spPr>
          <a:xfrm>
            <a:off x="694690" y="676910"/>
            <a:ext cx="10800080" cy="535940"/>
          </a:xfrm>
        </p:spPr>
        <p:txBody>
          <a:bodyPr>
            <a:normAutofit fontScale="90000"/>
          </a:bodyPr>
          <a:p>
            <a:r>
              <a:rPr lang="zh-CN" altLang="en-US"/>
              <a:t>模拟</a:t>
            </a:r>
            <a:r>
              <a:rPr lang="zh-CN" altLang="en-US"/>
              <a:t>交互测试</a:t>
            </a:r>
            <a:endParaRPr lang="zh-CN" altLang="en-US"/>
          </a:p>
        </p:txBody>
      </p:sp>
      <p:sp>
        <p:nvSpPr>
          <p:cNvPr id="7" name="矩形 6"/>
          <p:cNvSpPr/>
          <p:nvPr>
            <p:custDataLst>
              <p:tags r:id="rId2"/>
            </p:custDataLst>
          </p:nvPr>
        </p:nvSpPr>
        <p:spPr>
          <a:xfrm>
            <a:off x="1575435" y="1694815"/>
            <a:ext cx="2169795" cy="444500"/>
          </a:xfrm>
          <a:prstGeom prst="rect">
            <a:avLst/>
          </a:prstGeom>
          <a:noFill/>
        </p:spPr>
        <p:txBody>
          <a:bodyPr wrap="square" lIns="0" tIns="0" rIns="0" bIns="0" rtlCol="0" anchor="b">
            <a:noAutofit/>
          </a:bodyPr>
          <a:p>
            <a:pPr algn="r">
              <a:spcBef>
                <a:spcPct val="0"/>
              </a:spcBef>
              <a:spcAft>
                <a:spcPct val="0"/>
              </a:spcAft>
              <a:buClr>
                <a:schemeClr val="accent1"/>
              </a:buClr>
              <a:buSzPct val="70000"/>
            </a:pPr>
            <a:r>
              <a:rPr lang="zh-CN" altLang="en-US" sz="2400" b="1">
                <a:solidFill>
                  <a:schemeClr val="accent1"/>
                </a:solidFill>
                <a:latin typeface="+mn-ea"/>
                <a:cs typeface="+mn-ea"/>
              </a:rPr>
              <a:t>健康管</a:t>
            </a:r>
            <a:r>
              <a:rPr lang="zh-CN" altLang="en-US" sz="2400" b="1">
                <a:solidFill>
                  <a:schemeClr val="accent1"/>
                </a:solidFill>
                <a:latin typeface="+mn-ea"/>
                <a:cs typeface="+mn-ea"/>
              </a:rPr>
              <a:t>理模块</a:t>
            </a:r>
            <a:endParaRPr lang="zh-CN" altLang="en-US" sz="2400" b="1">
              <a:solidFill>
                <a:schemeClr val="accent1"/>
              </a:solidFill>
              <a:latin typeface="+mn-ea"/>
              <a:cs typeface="+mn-ea"/>
            </a:endParaRPr>
          </a:p>
        </p:txBody>
      </p:sp>
      <p:sp>
        <p:nvSpPr>
          <p:cNvPr id="6" name="文本框 5"/>
          <p:cNvSpPr txBox="1"/>
          <p:nvPr/>
        </p:nvSpPr>
        <p:spPr>
          <a:xfrm>
            <a:off x="1575435" y="2590165"/>
            <a:ext cx="2585720" cy="2312035"/>
          </a:xfrm>
          <a:prstGeom prst="rect">
            <a:avLst/>
          </a:prstGeom>
          <a:noFill/>
        </p:spPr>
        <p:txBody>
          <a:bodyPr wrap="square" rtlCol="0">
            <a:noAutofit/>
          </a:bodyPr>
          <a:p>
            <a:r>
              <a:rPr lang="zh-CN" altLang="en-US"/>
              <a:t>健康管理模块输入非法体重，或者较前次体重浮动太大，则提示输入体重无效。下图为该模块测试结果截图</a:t>
            </a:r>
            <a:endParaRPr lang="zh-CN" altLang="en-US"/>
          </a:p>
        </p:txBody>
      </p:sp>
      <p:pic>
        <p:nvPicPr>
          <p:cNvPr id="25" name="图片 24" descr="C:/Users/30931/AppData/Roaming/Kingsoft/office6/wppai/generateppt/93734B74035F4720B22C99B6C21CB9AF.jpg93734B74035F4720B22C99B6C21CB9AF"/>
          <p:cNvPicPr>
            <a:picLocks noChangeAspect="1"/>
          </p:cNvPicPr>
          <p:nvPr>
            <p:custDataLst>
              <p:tags r:id="rId3"/>
            </p:custDataLst>
          </p:nvPr>
        </p:nvPicPr>
        <p:blipFill rotWithShape="1">
          <a:blip r:embed="rId4"/>
          <a:srcRect/>
          <a:stretch>
            <a:fillRect/>
          </a:stretch>
        </p:blipFill>
        <p:spPr>
          <a:xfrm>
            <a:off x="408305" y="1342390"/>
            <a:ext cx="1280795" cy="1280795"/>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3175" cap="flat" cmpd="sng" algn="ctr">
            <a:solidFill>
              <a:schemeClr val="tx1">
                <a:lumMod val="40000"/>
                <a:lumOff val="60000"/>
                <a:alpha val="20000"/>
              </a:schemeClr>
            </a:solidFill>
            <a:prstDash val="solid"/>
            <a:round/>
            <a:headEnd type="none" w="med" len="med"/>
            <a:tailEnd type="none" w="med" len="med"/>
          </a:ln>
        </p:spPr>
      </p:pic>
      <p:sp>
        <p:nvSpPr>
          <p:cNvPr id="31" name="八边形 30"/>
          <p:cNvSpPr/>
          <p:nvPr>
            <p:custDataLst>
              <p:tags r:id="rId5"/>
            </p:custDataLst>
          </p:nvPr>
        </p:nvSpPr>
        <p:spPr>
          <a:xfrm>
            <a:off x="1517650" y="1342390"/>
            <a:ext cx="382905" cy="352425"/>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fontScale="90000"/>
          </a:bodyPr>
          <a:p>
            <a:pPr algn="ctr">
              <a:spcBef>
                <a:spcPct val="0"/>
              </a:spcBef>
              <a:spcAft>
                <a:spcPct val="0"/>
              </a:spcAft>
            </a:pPr>
            <a:r>
              <a:rPr lang="en-US" altLang="zh-CN" sz="1600" b="1">
                <a:latin typeface="+mn-ea"/>
                <a:cs typeface="+mn-ea"/>
                <a:sym typeface="+mn-ea"/>
              </a:rPr>
              <a:t>02</a:t>
            </a:r>
            <a:endParaRPr lang="zh-CN" altLang="en-US" sz="1600" b="1" dirty="0">
              <a:latin typeface="+mn-ea"/>
              <a:cs typeface="+mn-ea"/>
              <a:sym typeface="+mn-ea"/>
            </a:endParaRPr>
          </a:p>
        </p:txBody>
      </p:sp>
      <p:pic>
        <p:nvPicPr>
          <p:cNvPr id="22" name="图片 12"/>
          <p:cNvPicPr>
            <a:picLocks noChangeAspect="1"/>
          </p:cNvPicPr>
          <p:nvPr/>
        </p:nvPicPr>
        <p:blipFill>
          <a:blip r:embed="rId6"/>
          <a:stretch>
            <a:fillRect/>
          </a:stretch>
        </p:blipFill>
        <p:spPr>
          <a:xfrm>
            <a:off x="5547995" y="1499870"/>
            <a:ext cx="4406265" cy="4492625"/>
          </a:xfrm>
          <a:prstGeom prst="rect">
            <a:avLst/>
          </a:prstGeom>
          <a:noFill/>
          <a:ln>
            <a:noFill/>
          </a:ln>
        </p:spPr>
      </p:pic>
    </p:spTree>
    <p:custDataLst>
      <p:tags r:id="rId7"/>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圆角矩形 1"/>
          <p:cNvSpPr/>
          <p:nvPr>
            <p:custDataLst>
              <p:tags r:id="rId1"/>
            </p:custDataLst>
          </p:nvPr>
        </p:nvSpPr>
        <p:spPr>
          <a:xfrm>
            <a:off x="695694" y="1950085"/>
            <a:ext cx="5198563" cy="3831590"/>
          </a:xfrm>
          <a:prstGeom prst="roundRect">
            <a:avLst>
              <a:gd name="adj" fmla="val 6714"/>
            </a:avLst>
          </a:prstGeom>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rtlCol="0" anchor="ctr"/>
          <a:p>
            <a:pPr algn="ctr"/>
            <a:endParaRPr lang="zh-CN" altLang="en-US"/>
          </a:p>
        </p:txBody>
      </p:sp>
      <p:sp>
        <p:nvSpPr>
          <p:cNvPr id="5" name="圆角矩形 4"/>
          <p:cNvSpPr/>
          <p:nvPr>
            <p:custDataLst>
              <p:tags r:id="rId2"/>
            </p:custDataLst>
          </p:nvPr>
        </p:nvSpPr>
        <p:spPr>
          <a:xfrm>
            <a:off x="695694" y="1950085"/>
            <a:ext cx="5198563" cy="3831590"/>
          </a:xfrm>
          <a:prstGeom prst="roundRect">
            <a:avLst>
              <a:gd name="adj" fmla="val 6714"/>
            </a:avLst>
          </a:prstGeom>
          <a:solidFill>
            <a:schemeClr val="lt1">
              <a:lumMod val="100000"/>
              <a:alpha val="20000"/>
            </a:schemeClr>
          </a:solidFill>
          <a:ln w="3175" cap="flat" cmpd="sng" algn="ctr">
            <a:solidFill>
              <a:schemeClr val="accent1">
                <a:lumMod val="100000"/>
                <a:alpha val="20000"/>
              </a:schemeClr>
            </a:solidFill>
            <a:prstDash val="solid"/>
            <a:round/>
            <a:headEnd type="none" w="med" len="med"/>
            <a:tailEnd type="none" w="med" len="med"/>
          </a:ln>
          <a:effectLst/>
        </p:spPr>
        <p:txBody>
          <a:bodyPr lIns="0" rIns="0" rtlCol="0" anchor="ctr">
            <a:noAutofit/>
          </a:bodyPr>
          <a:p>
            <a:pPr lvl="0" algn="ctr">
              <a:buClrTx/>
              <a:buSzTx/>
              <a:buFontTx/>
            </a:pPr>
            <a:endParaRPr lang="zh-CN" altLang="en-US">
              <a:sym typeface="+mn-ea"/>
            </a:endParaRPr>
          </a:p>
        </p:txBody>
      </p:sp>
      <p:sp>
        <p:nvSpPr>
          <p:cNvPr id="14" name="任意多边形 13"/>
          <p:cNvSpPr/>
          <p:nvPr>
            <p:custDataLst>
              <p:tags r:id="rId3"/>
            </p:custDataLst>
          </p:nvPr>
        </p:nvSpPr>
        <p:spPr>
          <a:xfrm>
            <a:off x="1245786" y="2913699"/>
            <a:ext cx="4648471" cy="734939"/>
          </a:xfrm>
          <a:custGeom>
            <a:avLst/>
            <a:gdLst>
              <a:gd name="adj" fmla="val 1666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711" h="1157">
                <a:moveTo>
                  <a:pt x="193" y="0"/>
                </a:moveTo>
                <a:lnTo>
                  <a:pt x="4866" y="0"/>
                </a:lnTo>
                <a:cubicBezTo>
                  <a:pt x="4873" y="0"/>
                  <a:pt x="4879" y="0"/>
                  <a:pt x="4886" y="1"/>
                </a:cubicBezTo>
                <a:lnTo>
                  <a:pt x="4886" y="1"/>
                </a:lnTo>
                <a:lnTo>
                  <a:pt x="6711" y="1"/>
                </a:lnTo>
                <a:lnTo>
                  <a:pt x="6711" y="1156"/>
                </a:lnTo>
                <a:lnTo>
                  <a:pt x="4886" y="1156"/>
                </a:lnTo>
                <a:lnTo>
                  <a:pt x="4886" y="1156"/>
                </a:lnTo>
                <a:cubicBezTo>
                  <a:pt x="4879" y="1157"/>
                  <a:pt x="4873" y="1157"/>
                  <a:pt x="4866" y="1157"/>
                </a:cubicBezTo>
                <a:lnTo>
                  <a:pt x="193" y="1157"/>
                </a:lnTo>
                <a:cubicBezTo>
                  <a:pt x="86" y="1157"/>
                  <a:pt x="0" y="1071"/>
                  <a:pt x="0" y="964"/>
                </a:cubicBezTo>
                <a:lnTo>
                  <a:pt x="0" y="193"/>
                </a:lnTo>
                <a:cubicBezTo>
                  <a:pt x="0" y="86"/>
                  <a:pt x="86" y="0"/>
                  <a:pt x="193" y="0"/>
                </a:cubicBezTo>
                <a:close/>
              </a:path>
            </a:pathLst>
          </a:custGeom>
          <a:gradFill>
            <a:gsLst>
              <a:gs pos="0">
                <a:schemeClr val="accent1">
                  <a:lumMod val="75000"/>
                </a:schemeClr>
              </a:gs>
              <a:gs pos="100000">
                <a:schemeClr val="accent1"/>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lIns="462598" tIns="83185" rIns="1012507" bIns="82550" rtlCol="0" anchor="ctr">
            <a:noAutofit/>
          </a:bodyPr>
          <a:p>
            <a:pPr algn="ctr"/>
            <a:r>
              <a:rPr lang="en-US" altLang="zh-CN" sz="2400" b="1" dirty="0">
                <a:solidFill>
                  <a:srgbClr val="FFFFFF"/>
                </a:solidFill>
                <a:latin typeface="+mn-ea"/>
                <a:cs typeface="+mn-ea"/>
                <a:sym typeface="+mn-ea"/>
              </a:rPr>
              <a:t>API</a:t>
            </a:r>
            <a:r>
              <a:rPr lang="zh-CN" altLang="en-US" sz="2400" b="1" dirty="0">
                <a:solidFill>
                  <a:srgbClr val="FFFFFF"/>
                </a:solidFill>
                <a:latin typeface="+mn-ea"/>
                <a:cs typeface="+mn-ea"/>
                <a:sym typeface="+mn-ea"/>
              </a:rPr>
              <a:t>性能测试</a:t>
            </a:r>
            <a:endParaRPr lang="zh-CN" altLang="en-US" sz="2400" b="1" dirty="0">
              <a:solidFill>
                <a:srgbClr val="FFFFFF"/>
              </a:solidFill>
              <a:latin typeface="+mn-ea"/>
              <a:cs typeface="+mn-ea"/>
              <a:sym typeface="+mn-ea"/>
            </a:endParaRPr>
          </a:p>
        </p:txBody>
      </p:sp>
      <p:sp>
        <p:nvSpPr>
          <p:cNvPr id="29" name="圆角矩形 28"/>
          <p:cNvSpPr/>
          <p:nvPr>
            <p:custDataLst>
              <p:tags r:id="rId4"/>
            </p:custDataLst>
          </p:nvPr>
        </p:nvSpPr>
        <p:spPr>
          <a:xfrm>
            <a:off x="6299521" y="1950085"/>
            <a:ext cx="5198563" cy="3831590"/>
          </a:xfrm>
          <a:prstGeom prst="roundRect">
            <a:avLst>
              <a:gd name="adj" fmla="val 6714"/>
            </a:avLst>
          </a:prstGeom>
          <a:gradFill>
            <a:gsLst>
              <a:gs pos="0">
                <a:schemeClr val="accent1">
                  <a:lumMod val="75000"/>
                </a:schemeClr>
              </a:gs>
              <a:gs pos="100000">
                <a:schemeClr val="accent1"/>
              </a:gs>
            </a:gsLst>
            <a:lin ang="21206433" scaled="0"/>
          </a:gradFill>
          <a:ln w="3175" cap="flat" cmpd="sng" algn="ctr">
            <a:solidFill>
              <a:schemeClr val="accent1">
                <a:lumMod val="75000"/>
                <a:alpha val="20000"/>
              </a:schemeClr>
            </a:solidFill>
            <a:prstDash val="solid"/>
            <a:miter lim="800000"/>
            <a:headEnd type="none" w="med" len="med"/>
            <a:tailEnd type="none" w="med" len="med"/>
          </a:ln>
          <a:effectLst>
            <a:outerShdw blurRad="508000" dist="101600" dir="5399998" algn="ctr"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任意多边形 29"/>
          <p:cNvSpPr/>
          <p:nvPr>
            <p:custDataLst>
              <p:tags r:id="rId5"/>
            </p:custDataLst>
          </p:nvPr>
        </p:nvSpPr>
        <p:spPr>
          <a:xfrm>
            <a:off x="6849614" y="2913699"/>
            <a:ext cx="4647836" cy="734939"/>
          </a:xfrm>
          <a:custGeom>
            <a:avLst/>
            <a:gdLst>
              <a:gd name="adj" fmla="val 1666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711" h="1157">
                <a:moveTo>
                  <a:pt x="193" y="0"/>
                </a:moveTo>
                <a:lnTo>
                  <a:pt x="4866" y="0"/>
                </a:lnTo>
                <a:cubicBezTo>
                  <a:pt x="4873" y="0"/>
                  <a:pt x="4879" y="0"/>
                  <a:pt x="4886" y="1"/>
                </a:cubicBezTo>
                <a:lnTo>
                  <a:pt x="4886" y="1"/>
                </a:lnTo>
                <a:lnTo>
                  <a:pt x="6711" y="1"/>
                </a:lnTo>
                <a:lnTo>
                  <a:pt x="6711" y="1156"/>
                </a:lnTo>
                <a:lnTo>
                  <a:pt x="4886" y="1156"/>
                </a:lnTo>
                <a:lnTo>
                  <a:pt x="4886" y="1156"/>
                </a:lnTo>
                <a:cubicBezTo>
                  <a:pt x="4879" y="1157"/>
                  <a:pt x="4873" y="1157"/>
                  <a:pt x="4866" y="1157"/>
                </a:cubicBezTo>
                <a:lnTo>
                  <a:pt x="193" y="1157"/>
                </a:lnTo>
                <a:cubicBezTo>
                  <a:pt x="86" y="1157"/>
                  <a:pt x="0" y="1071"/>
                  <a:pt x="0" y="964"/>
                </a:cubicBezTo>
                <a:lnTo>
                  <a:pt x="0" y="193"/>
                </a:lnTo>
                <a:cubicBezTo>
                  <a:pt x="0" y="86"/>
                  <a:pt x="86" y="0"/>
                  <a:pt x="193" y="0"/>
                </a:cubicBezTo>
                <a:close/>
              </a:path>
            </a:pathLst>
          </a:custGeom>
          <a:solidFill>
            <a:schemeClr val="lt1"/>
          </a:solidFill>
        </p:spPr>
        <p:txBody>
          <a:bodyPr wrap="square" lIns="444183" tIns="83185" rIns="1030287" bIns="82550" rtlCol="0" anchor="ctr">
            <a:noAutofit/>
          </a:bodyPr>
          <a:p>
            <a:pPr algn="ctr"/>
            <a:r>
              <a:rPr lang="en-US" altLang="zh-CN" sz="2400" b="1" dirty="0">
                <a:solidFill>
                  <a:schemeClr val="accent1"/>
                </a:solidFill>
                <a:latin typeface="+mn-ea"/>
                <a:cs typeface="+mn-ea"/>
                <a:sym typeface="+mn-ea"/>
              </a:rPr>
              <a:t>API</a:t>
            </a:r>
            <a:r>
              <a:rPr lang="zh-CN" altLang="en-US" sz="2400" b="1" dirty="0">
                <a:solidFill>
                  <a:schemeClr val="accent1"/>
                </a:solidFill>
                <a:latin typeface="+mn-ea"/>
                <a:cs typeface="+mn-ea"/>
                <a:sym typeface="+mn-ea"/>
              </a:rPr>
              <a:t>结果测试</a:t>
            </a:r>
            <a:endParaRPr lang="zh-CN" altLang="en-US" sz="2400" b="1" dirty="0">
              <a:solidFill>
                <a:schemeClr val="accent1"/>
              </a:solidFill>
              <a:latin typeface="+mn-ea"/>
              <a:cs typeface="+mn-ea"/>
              <a:sym typeface="+mn-ea"/>
            </a:endParaRPr>
          </a:p>
        </p:txBody>
      </p:sp>
      <p:sp>
        <p:nvSpPr>
          <p:cNvPr id="15" name="矩形 14"/>
          <p:cNvSpPr/>
          <p:nvPr>
            <p:custDataLst>
              <p:tags r:id="rId6"/>
            </p:custDataLst>
          </p:nvPr>
        </p:nvSpPr>
        <p:spPr>
          <a:xfrm>
            <a:off x="2939257" y="2106982"/>
            <a:ext cx="711436" cy="653632"/>
          </a:xfrm>
          <a:prstGeom prst="rect">
            <a:avLst/>
          </a:prstGeom>
          <a:noFill/>
        </p:spPr>
        <p:txBody>
          <a:bodyPr wrap="none" lIns="0" tIns="0" rIns="0" bIns="0" rtlCol="0" anchor="ctr">
            <a:normAutofit/>
          </a:bodyPr>
          <a:p>
            <a:pPr algn="ctr">
              <a:spcBef>
                <a:spcPct val="0"/>
              </a:spcBef>
              <a:spcAft>
                <a:spcPct val="0"/>
              </a:spcAft>
            </a:pPr>
            <a:r>
              <a:rPr lang="en-US" altLang="zh-CN" sz="2800" b="1" dirty="0">
                <a:solidFill>
                  <a:schemeClr val="accent1">
                    <a:lumMod val="40000"/>
                    <a:lumOff val="60000"/>
                  </a:schemeClr>
                </a:solidFill>
                <a:latin typeface="+mn-ea"/>
                <a:cs typeface="+mn-ea"/>
                <a:sym typeface="+mn-ea"/>
              </a:rPr>
              <a:t>01</a:t>
            </a:r>
            <a:endParaRPr lang="en-US" altLang="zh-CN" sz="2800" b="1" dirty="0">
              <a:solidFill>
                <a:schemeClr val="accent1">
                  <a:lumMod val="40000"/>
                  <a:lumOff val="60000"/>
                </a:schemeClr>
              </a:solidFill>
              <a:latin typeface="+mn-ea"/>
              <a:cs typeface="+mn-ea"/>
              <a:sym typeface="+mn-ea"/>
            </a:endParaRPr>
          </a:p>
        </p:txBody>
      </p:sp>
      <p:sp>
        <p:nvSpPr>
          <p:cNvPr id="16" name="矩形 15"/>
          <p:cNvSpPr/>
          <p:nvPr>
            <p:custDataLst>
              <p:tags r:id="rId7"/>
            </p:custDataLst>
          </p:nvPr>
        </p:nvSpPr>
        <p:spPr>
          <a:xfrm>
            <a:off x="1245786" y="3956080"/>
            <a:ext cx="4363261" cy="1415249"/>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dirty="0">
                <a:solidFill>
                  <a:schemeClr val="tx1">
                    <a:lumMod val="85000"/>
                    <a:lumOff val="15000"/>
                  </a:schemeClr>
                </a:solidFill>
                <a:latin typeface="+mn-ea"/>
                <a:cs typeface="+mn-ea"/>
                <a:sym typeface="+mn-ea"/>
              </a:rPr>
              <a:t>系统性能瓶颈明显，接口响应慢，需优化代码逻辑和数据库查询效率。</a:t>
            </a:r>
            <a:endParaRPr lang="zh-CN" altLang="en-US" dirty="0">
              <a:solidFill>
                <a:schemeClr val="tx1">
                  <a:lumMod val="85000"/>
                  <a:lumOff val="15000"/>
                </a:schemeClr>
              </a:solidFill>
              <a:latin typeface="+mn-ea"/>
              <a:cs typeface="+mn-ea"/>
              <a:sym typeface="+mn-ea"/>
            </a:endParaRPr>
          </a:p>
        </p:txBody>
      </p:sp>
      <p:sp>
        <p:nvSpPr>
          <p:cNvPr id="18" name="矩形 17"/>
          <p:cNvSpPr/>
          <p:nvPr>
            <p:custDataLst>
              <p:tags r:id="rId8"/>
            </p:custDataLst>
          </p:nvPr>
        </p:nvSpPr>
        <p:spPr>
          <a:xfrm>
            <a:off x="8543085" y="2106982"/>
            <a:ext cx="711436" cy="653632"/>
          </a:xfrm>
          <a:prstGeom prst="rect">
            <a:avLst/>
          </a:prstGeom>
          <a:noFill/>
        </p:spPr>
        <p:txBody>
          <a:bodyPr wrap="none" lIns="0" tIns="0" rIns="0" bIns="0" rtlCol="0" anchor="ctr">
            <a:normAutofit/>
          </a:bodyPr>
          <a:p>
            <a:pPr algn="ctr">
              <a:spcBef>
                <a:spcPct val="0"/>
              </a:spcBef>
              <a:spcAft>
                <a:spcPct val="0"/>
              </a:spcAft>
            </a:pPr>
            <a:r>
              <a:rPr lang="en-US" altLang="zh-CN" sz="2800" b="1">
                <a:solidFill>
                  <a:schemeClr val="accent1">
                    <a:lumMod val="40000"/>
                    <a:lumOff val="60000"/>
                  </a:schemeClr>
                </a:solidFill>
                <a:latin typeface="+mn-ea"/>
                <a:cs typeface="+mn-ea"/>
                <a:sym typeface="+mn-ea"/>
              </a:rPr>
              <a:t>02</a:t>
            </a:r>
            <a:endParaRPr lang="en-US" altLang="zh-CN" sz="2800" b="1">
              <a:solidFill>
                <a:schemeClr val="accent1">
                  <a:lumMod val="40000"/>
                  <a:lumOff val="60000"/>
                </a:schemeClr>
              </a:solidFill>
              <a:latin typeface="+mn-ea"/>
              <a:cs typeface="+mn-ea"/>
              <a:sym typeface="+mn-ea"/>
            </a:endParaRPr>
          </a:p>
        </p:txBody>
      </p:sp>
      <p:sp>
        <p:nvSpPr>
          <p:cNvPr id="19" name="矩形 18"/>
          <p:cNvSpPr/>
          <p:nvPr>
            <p:custDataLst>
              <p:tags r:id="rId9"/>
            </p:custDataLst>
          </p:nvPr>
        </p:nvSpPr>
        <p:spPr>
          <a:xfrm>
            <a:off x="6849614" y="3956080"/>
            <a:ext cx="4363261" cy="1415249"/>
          </a:xfrm>
          <a:prstGeom prst="rect">
            <a:avLst/>
          </a:prstGeom>
          <a:noFill/>
        </p:spPr>
        <p:txBody>
          <a:bodyPr wrap="square" lIns="0" tIns="0" rIns="0" bIns="0" rtlCol="0" anchor="t" anchorCtr="0">
            <a:noAutofit/>
          </a:bodyPr>
          <a:p>
            <a:pPr algn="ctr">
              <a:lnSpc>
                <a:spcPct val="150000"/>
              </a:lnSpc>
              <a:spcBef>
                <a:spcPct val="0"/>
              </a:spcBef>
              <a:spcAft>
                <a:spcPct val="0"/>
              </a:spcAft>
            </a:pPr>
            <a:r>
              <a:rPr lang="en-US" altLang="zh-CN">
                <a:solidFill>
                  <a:srgbClr val="FFFFFF"/>
                </a:solidFill>
                <a:latin typeface="+mn-ea"/>
                <a:cs typeface="+mn-ea"/>
                <a:sym typeface="+mn-ea"/>
              </a:rPr>
              <a:t>API</a:t>
            </a:r>
            <a:r>
              <a:rPr lang="zh-CN" altLang="en-US">
                <a:solidFill>
                  <a:srgbClr val="FFFFFF"/>
                </a:solidFill>
                <a:latin typeface="+mn-ea"/>
                <a:cs typeface="+mn-ea"/>
                <a:sym typeface="+mn-ea"/>
              </a:rPr>
              <a:t>接口返回的数据结构、业务字段和异常提示符合预期。</a:t>
            </a:r>
            <a:endParaRPr lang="zh-CN" altLang="en-US">
              <a:solidFill>
                <a:srgbClr val="FFFFFF"/>
              </a:solidFill>
              <a:latin typeface="+mn-ea"/>
              <a:cs typeface="+mn-ea"/>
              <a:sym typeface="+mn-ea"/>
            </a:endParaRPr>
          </a:p>
        </p:txBody>
      </p:sp>
      <p:sp>
        <p:nvSpPr>
          <p:cNvPr id="3" name="标题 2"/>
          <p:cNvSpPr>
            <a:spLocks noGrp="1"/>
          </p:cNvSpPr>
          <p:nvPr>
            <p:ph type="title"/>
            <p:custDataLst>
              <p:tags r:id="rId10"/>
            </p:custDataLst>
          </p:nvPr>
        </p:nvSpPr>
        <p:spPr>
          <a:xfrm>
            <a:off x="694690" y="676910"/>
            <a:ext cx="10800080" cy="535940"/>
          </a:xfrm>
        </p:spPr>
        <p:txBody>
          <a:bodyPr>
            <a:normAutofit fontScale="90000"/>
          </a:bodyPr>
          <a:p>
            <a:r>
              <a:rPr lang="en-US" altLang="en-US"/>
              <a:t>API</a:t>
            </a:r>
            <a:r>
              <a:rPr lang="zh-CN" altLang="en-US"/>
              <a:t>测试</a:t>
            </a:r>
            <a:endParaRPr lang="zh-CN" altLang="en-US"/>
          </a:p>
        </p:txBody>
      </p:sp>
    </p:spTree>
    <p:custDataLst>
      <p:tags r:id="rId1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6849614" y="3956080"/>
            <a:ext cx="4363261" cy="1415249"/>
          </a:xfrm>
          <a:prstGeom prst="rect">
            <a:avLst/>
          </a:prstGeom>
          <a:noFill/>
        </p:spPr>
        <p:txBody>
          <a:bodyPr wrap="square" lIns="0" tIns="0" rIns="0" bIns="0" rtlCol="0" anchor="t" anchorCtr="0">
            <a:noAutofit/>
          </a:bodyPr>
          <a:p>
            <a:pPr algn="ctr">
              <a:lnSpc>
                <a:spcPct val="150000"/>
              </a:lnSpc>
              <a:spcBef>
                <a:spcPct val="0"/>
              </a:spcBef>
              <a:spcAft>
                <a:spcPct val="0"/>
              </a:spcAft>
            </a:pPr>
            <a:r>
              <a:rPr lang="en-US" altLang="zh-CN">
                <a:solidFill>
                  <a:srgbClr val="FFFFFF"/>
                </a:solidFill>
                <a:latin typeface="+mn-ea"/>
                <a:cs typeface="+mn-ea"/>
                <a:sym typeface="+mn-ea"/>
              </a:rPr>
              <a:t>API</a:t>
            </a:r>
            <a:r>
              <a:rPr lang="zh-CN" altLang="en-US">
                <a:solidFill>
                  <a:srgbClr val="FFFFFF"/>
                </a:solidFill>
                <a:latin typeface="+mn-ea"/>
                <a:cs typeface="+mn-ea"/>
                <a:sym typeface="+mn-ea"/>
              </a:rPr>
              <a:t>接口返回的数据结构、业务字段和异常提示符合预期。</a:t>
            </a:r>
            <a:endParaRPr lang="zh-CN" altLang="en-US">
              <a:solidFill>
                <a:srgbClr val="FFFFFF"/>
              </a:solidFill>
              <a:latin typeface="+mn-ea"/>
              <a:cs typeface="+mn-ea"/>
              <a:sym typeface="+mn-ea"/>
            </a:endParaRPr>
          </a:p>
        </p:txBody>
      </p:sp>
      <p:sp>
        <p:nvSpPr>
          <p:cNvPr id="3" name="标题 2"/>
          <p:cNvSpPr>
            <a:spLocks noGrp="1"/>
          </p:cNvSpPr>
          <p:nvPr>
            <p:ph type="title"/>
            <p:custDataLst>
              <p:tags r:id="rId2"/>
            </p:custDataLst>
          </p:nvPr>
        </p:nvSpPr>
        <p:spPr>
          <a:xfrm>
            <a:off x="694690" y="676910"/>
            <a:ext cx="10800080" cy="535940"/>
          </a:xfrm>
        </p:spPr>
        <p:txBody>
          <a:bodyPr>
            <a:normAutofit fontScale="90000"/>
          </a:bodyPr>
          <a:p>
            <a:r>
              <a:rPr lang="zh-CN" altLang="en-US"/>
              <a:t>测试</a:t>
            </a:r>
            <a:r>
              <a:rPr lang="zh-CN" altLang="en-US"/>
              <a:t>结论</a:t>
            </a:r>
            <a:endParaRPr lang="zh-CN" altLang="en-US"/>
          </a:p>
        </p:txBody>
      </p:sp>
      <p:sp>
        <p:nvSpPr>
          <p:cNvPr id="4" name="文本框 3"/>
          <p:cNvSpPr txBox="1"/>
          <p:nvPr/>
        </p:nvSpPr>
        <p:spPr>
          <a:xfrm>
            <a:off x="2395855" y="2197735"/>
            <a:ext cx="8027035" cy="2971165"/>
          </a:xfrm>
          <a:prstGeom prst="rect">
            <a:avLst/>
          </a:prstGeom>
        </p:spPr>
        <p:txBody>
          <a:bodyPr>
            <a:noAutofit/>
          </a:bodyPr>
          <a:p>
            <a:pPr marL="0" indent="266700" algn="just" defTabSz="266700">
              <a:lnSpc>
                <a:spcPct val="125000"/>
              </a:lnSpc>
              <a:spcBef>
                <a:spcPct val="0"/>
              </a:spcBef>
              <a:spcAft>
                <a:spcPct val="0"/>
              </a:spcAft>
            </a:pPr>
            <a:r>
              <a:rPr lang="zh-CN" altLang="en-US" sz="1600">
                <a:latin typeface="Calibri"/>
                <a:ea typeface="宋体"/>
              </a:rPr>
              <a:t>通过上述测试用例覆盖核心业务流程与异常场景，系统功能总体运行稳定，用户交互路径清晰，云函数响应与前端展示匹配良好。重点模块如登录、军魂记录、健康管理、资讯、就业培训和</a:t>
            </a:r>
            <a:r>
              <a:rPr lang="en-US" altLang="zh-CN" sz="1600">
                <a:latin typeface="Calibri"/>
                <a:ea typeface="Calibri"/>
              </a:rPr>
              <a:t>AI </a:t>
            </a:r>
            <a:r>
              <a:rPr lang="zh-CN" altLang="en-US" sz="1600">
                <a:latin typeface="Calibri"/>
                <a:ea typeface="宋体"/>
              </a:rPr>
              <a:t>问答均能够在正常与异常输入条件下给出合理反馈与提示。系统在列表加载、缓存读取与云端数据同步方面表现良好，满足小程序场景的响应速度与可用性要求。综合测试结果表明，系统功能完整、逻辑正确，具备上线运行的基本条件，后续可继续在并发性能、数据丰富度与个性化体验方面进行优化。</a:t>
            </a:r>
            <a:endParaRPr lang="zh-CN" altLang="en-US" sz="1600">
              <a:latin typeface="Calibri"/>
              <a:ea typeface="宋体"/>
            </a:endParaRPr>
          </a:p>
        </p:txBody>
      </p:sp>
      <p:pic>
        <p:nvPicPr>
          <p:cNvPr id="6" name="图片 1" descr="C:/Users/30931/AppData/Roaming/Kingsoft/office6/wppai/generateppt/D106BA99934348ED940C03372AB32A16.jpgD106BA99934348ED940C03372AB32A16"/>
          <p:cNvPicPr>
            <a:picLocks noChangeAspect="1"/>
          </p:cNvPicPr>
          <p:nvPr>
            <p:custDataLst>
              <p:tags r:id="rId3"/>
            </p:custDataLst>
          </p:nvPr>
        </p:nvPicPr>
        <p:blipFill>
          <a:blip r:embed="rId4"/>
          <a:srcRect l="17816" r="17816"/>
          <a:stretch>
            <a:fillRect/>
          </a:stretch>
        </p:blipFill>
        <p:spPr>
          <a:xfrm>
            <a:off x="261091" y="422231"/>
            <a:ext cx="1748878" cy="2717016"/>
          </a:xfrm>
          <a:prstGeom prst="roundRect">
            <a:avLst>
              <a:gd name="adj" fmla="val 50000"/>
            </a:avLst>
          </a:prstGeom>
          <a:solidFill>
            <a:schemeClr val="accent1"/>
          </a:solidFill>
          <a:ln>
            <a:solidFill>
              <a:schemeClr val="accent1">
                <a:alpha val="20000"/>
              </a:schemeClr>
            </a:solidFill>
          </a:ln>
        </p:spPr>
      </p:pic>
      <p:sp>
        <p:nvSpPr>
          <p:cNvPr id="8" name="矩形 7"/>
          <p:cNvSpPr/>
          <p:nvPr>
            <p:custDataLst>
              <p:tags r:id="rId5"/>
            </p:custDataLst>
          </p:nvPr>
        </p:nvSpPr>
        <p:spPr>
          <a:xfrm>
            <a:off x="9912985" y="4499648"/>
            <a:ext cx="1195070" cy="735965"/>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标题 3"/>
          <p:cNvSpPr>
            <a:spLocks noGrp="1"/>
          </p:cNvSpPr>
          <p:nvPr>
            <p:custDataLst>
              <p:tags r:id="rId6"/>
            </p:custDataLst>
          </p:nvPr>
        </p:nvSpPr>
        <p:spPr>
          <a:xfrm rot="10800000">
            <a:off x="10180003" y="4667288"/>
            <a:ext cx="531495" cy="400685"/>
          </a:xfrm>
          <a:custGeom>
            <a:avLst/>
            <a:gdLst/>
            <a:ahLst/>
            <a:cxnLst>
              <a:cxn ang="3">
                <a:pos x="hc" y="t"/>
              </a:cxn>
              <a:cxn ang="cd2">
                <a:pos x="l" y="vc"/>
              </a:cxn>
              <a:cxn ang="cd4">
                <a:pos x="hc" y="b"/>
              </a:cxn>
              <a:cxn ang="0">
                <a:pos x="r" y="vc"/>
              </a:cxn>
            </a:cxnLst>
            <a:rect l="l" t="t" r="r" b="b"/>
            <a:pathLst>
              <a:path w="1351" h="986">
                <a:moveTo>
                  <a:pt x="1262" y="0"/>
                </a:moveTo>
                <a:lnTo>
                  <a:pt x="1351" y="188"/>
                </a:lnTo>
                <a:cubicBezTo>
                  <a:pt x="1260" y="218"/>
                  <a:pt x="1195" y="260"/>
                  <a:pt x="1155" y="314"/>
                </a:cubicBezTo>
                <a:cubicBezTo>
                  <a:pt x="1116" y="369"/>
                  <a:pt x="1095" y="440"/>
                  <a:pt x="1093" y="530"/>
                </a:cubicBezTo>
                <a:lnTo>
                  <a:pt x="1314" y="530"/>
                </a:lnTo>
                <a:lnTo>
                  <a:pt x="1314" y="986"/>
                </a:lnTo>
                <a:lnTo>
                  <a:pt x="858" y="986"/>
                </a:lnTo>
                <a:lnTo>
                  <a:pt x="858" y="660"/>
                </a:lnTo>
                <a:cubicBezTo>
                  <a:pt x="858" y="528"/>
                  <a:pt x="870" y="424"/>
                  <a:pt x="893" y="348"/>
                </a:cubicBezTo>
                <a:cubicBezTo>
                  <a:pt x="916" y="272"/>
                  <a:pt x="959" y="203"/>
                  <a:pt x="1022" y="143"/>
                </a:cubicBezTo>
                <a:cubicBezTo>
                  <a:pt x="1084" y="82"/>
                  <a:pt x="1164" y="35"/>
                  <a:pt x="1262" y="0"/>
                </a:cubicBezTo>
                <a:close/>
                <a:moveTo>
                  <a:pt x="404" y="0"/>
                </a:moveTo>
                <a:lnTo>
                  <a:pt x="493" y="188"/>
                </a:lnTo>
                <a:cubicBezTo>
                  <a:pt x="402" y="218"/>
                  <a:pt x="337" y="260"/>
                  <a:pt x="297" y="314"/>
                </a:cubicBezTo>
                <a:cubicBezTo>
                  <a:pt x="258" y="369"/>
                  <a:pt x="237" y="440"/>
                  <a:pt x="235" y="530"/>
                </a:cubicBezTo>
                <a:lnTo>
                  <a:pt x="456" y="530"/>
                </a:lnTo>
                <a:lnTo>
                  <a:pt x="456" y="986"/>
                </a:lnTo>
                <a:lnTo>
                  <a:pt x="0" y="986"/>
                </a:lnTo>
                <a:lnTo>
                  <a:pt x="0" y="660"/>
                </a:lnTo>
                <a:cubicBezTo>
                  <a:pt x="0" y="528"/>
                  <a:pt x="12" y="424"/>
                  <a:pt x="35" y="348"/>
                </a:cubicBezTo>
                <a:cubicBezTo>
                  <a:pt x="58" y="272"/>
                  <a:pt x="101" y="203"/>
                  <a:pt x="164" y="143"/>
                </a:cubicBezTo>
                <a:cubicBezTo>
                  <a:pt x="226" y="82"/>
                  <a:pt x="306" y="35"/>
                  <a:pt x="404" y="0"/>
                </a:cubicBezTo>
                <a:close/>
              </a:path>
            </a:pathLst>
          </a:custGeom>
          <a:solidFill>
            <a:schemeClr val="lt1">
              <a:lumMod val="95000"/>
            </a:schemeClr>
          </a:solidFill>
          <a:effectLst/>
        </p:spPr>
        <p:txBody>
          <a:bodyPr vert="horz" wrap="square" lIns="90000" tIns="46800" rIns="90000" bIns="4680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endParaRPr lang="en-US" altLang="zh-CN" sz="16600">
              <a:solidFill>
                <a:schemeClr val="bg1">
                  <a:lumMod val="95000"/>
                </a:schemeClr>
              </a:solidFill>
              <a:sym typeface="+mn-ea"/>
            </a:endParaRPr>
          </a:p>
        </p:txBody>
      </p:sp>
    </p:spTree>
    <p:custDataLst>
      <p:tags r:id="rId7"/>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4553415" y="3016291"/>
            <a:ext cx="3085171" cy="922020"/>
          </a:xfrm>
          <a:prstGeom prst="rect">
            <a:avLst/>
          </a:prstGeom>
          <a:noFill/>
        </p:spPr>
        <p:txBody>
          <a:bodyPr wrap="square">
            <a:spAutoFit/>
          </a:bodyPr>
          <a:lstStyle/>
          <a:p>
            <a:pPr algn="ctr">
              <a:lnSpc>
                <a:spcPct val="150000"/>
              </a:lnSpc>
            </a:pPr>
            <a:r>
              <a:rPr lang="en-US" altLang="zh-CN" sz="3600" b="1" dirty="0">
                <a:solidFill>
                  <a:schemeClr val="accent1">
                    <a:lumMod val="75000"/>
                  </a:schemeClr>
                </a:solidFill>
                <a:latin typeface="微软雅黑" panose="020B0503020204020204" charset="-122"/>
                <a:ea typeface="微软雅黑" panose="020B0503020204020204" charset="-122"/>
              </a:rPr>
              <a:t>05 </a:t>
            </a:r>
            <a:r>
              <a:rPr lang="zh-CN" altLang="en-US" sz="3600" b="1" dirty="0">
                <a:solidFill>
                  <a:schemeClr val="accent1">
                    <a:lumMod val="75000"/>
                  </a:schemeClr>
                </a:solidFill>
                <a:latin typeface="微软雅黑" panose="020B0503020204020204" charset="-122"/>
                <a:ea typeface="微软雅黑" panose="020B0503020204020204" charset="-122"/>
              </a:rPr>
              <a:t>总结</a:t>
            </a:r>
            <a:endParaRPr lang="zh-CN" altLang="en-US" sz="3600" b="1" dirty="0">
              <a:solidFill>
                <a:schemeClr val="accent1">
                  <a:lumMod val="75000"/>
                </a:schemeClr>
              </a:solidFill>
              <a:latin typeface="微软雅黑" panose="020B0503020204020204" charset="-122"/>
              <a:ea typeface="微软雅黑" panose="020B0503020204020204" charset="-122"/>
            </a:endParaRPr>
          </a:p>
        </p:txBody>
      </p:sp>
      <p:sp>
        <p:nvSpPr>
          <p:cNvPr id="6" name="灯片编号占位符 5"/>
          <p:cNvSpPr>
            <a:spLocks noGrp="1"/>
          </p:cNvSpPr>
          <p:nvPr>
            <p:ph type="sldNum" sz="quarter" idx="12"/>
            <p:custDataLst>
              <p:tags r:id="rId2"/>
            </p:custDataLst>
          </p:nvPr>
        </p:nvSpPr>
        <p:spPr/>
        <p:txBody>
          <a:bodyPr/>
          <a:lstStyle/>
          <a:p>
            <a:fld id="{C730C15E-7DE8-4003-AC2F-632DCF856F49}" type="slidenum">
              <a:rPr lang="zh-CN" altLang="en-US" smtClean="0"/>
            </a:fld>
            <a:endParaRPr lang="zh-CN" altLang="en-US" dirty="0"/>
          </a:p>
        </p:txBody>
      </p:sp>
      <p:pic>
        <p:nvPicPr>
          <p:cNvPr id="5" name="图片 4"/>
          <p:cNvPicPr>
            <a:picLocks noChangeAspect="1"/>
          </p:cNvPicPr>
          <p:nvPr>
            <p:custDataLst>
              <p:tags r:id="rId3"/>
            </p:custDataLst>
          </p:nvPr>
        </p:nvPicPr>
        <p:blipFill>
          <a:blip r:embed="rId4"/>
          <a:stretch>
            <a:fillRect/>
          </a:stretch>
        </p:blipFill>
        <p:spPr>
          <a:xfrm>
            <a:off x="0" y="19050"/>
            <a:ext cx="3047365" cy="914400"/>
          </a:xfrm>
          <a:prstGeom prst="rect">
            <a:avLst/>
          </a:prstGeom>
        </p:spPr>
      </p:pic>
    </p:spTree>
    <p:custDataLst>
      <p:tags r:id="rId5"/>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6849614" y="3956080"/>
            <a:ext cx="4363261" cy="1415249"/>
          </a:xfrm>
          <a:prstGeom prst="rect">
            <a:avLst/>
          </a:prstGeom>
          <a:noFill/>
        </p:spPr>
        <p:txBody>
          <a:bodyPr wrap="square" lIns="0" tIns="0" rIns="0" bIns="0" rtlCol="0" anchor="t" anchorCtr="0">
            <a:noAutofit/>
          </a:bodyPr>
          <a:p>
            <a:pPr algn="ctr">
              <a:lnSpc>
                <a:spcPct val="150000"/>
              </a:lnSpc>
              <a:spcBef>
                <a:spcPct val="0"/>
              </a:spcBef>
              <a:spcAft>
                <a:spcPct val="0"/>
              </a:spcAft>
            </a:pPr>
            <a:r>
              <a:rPr lang="en-US" altLang="zh-CN">
                <a:solidFill>
                  <a:srgbClr val="FFFFFF"/>
                </a:solidFill>
                <a:latin typeface="+mn-ea"/>
                <a:cs typeface="+mn-ea"/>
                <a:sym typeface="+mn-ea"/>
              </a:rPr>
              <a:t>API</a:t>
            </a:r>
            <a:r>
              <a:rPr lang="zh-CN" altLang="en-US">
                <a:solidFill>
                  <a:srgbClr val="FFFFFF"/>
                </a:solidFill>
                <a:latin typeface="+mn-ea"/>
                <a:cs typeface="+mn-ea"/>
                <a:sym typeface="+mn-ea"/>
              </a:rPr>
              <a:t>接口返回的数据结构、业务字段和异常提示符合预期。</a:t>
            </a:r>
            <a:endParaRPr lang="zh-CN" altLang="en-US">
              <a:solidFill>
                <a:srgbClr val="FFFFFF"/>
              </a:solidFill>
              <a:latin typeface="+mn-ea"/>
              <a:cs typeface="+mn-ea"/>
              <a:sym typeface="+mn-ea"/>
            </a:endParaRPr>
          </a:p>
        </p:txBody>
      </p:sp>
      <p:sp>
        <p:nvSpPr>
          <p:cNvPr id="3" name="标题 2"/>
          <p:cNvSpPr>
            <a:spLocks noGrp="1"/>
          </p:cNvSpPr>
          <p:nvPr>
            <p:ph type="title"/>
            <p:custDataLst>
              <p:tags r:id="rId2"/>
            </p:custDataLst>
          </p:nvPr>
        </p:nvSpPr>
        <p:spPr>
          <a:xfrm>
            <a:off x="694690" y="676910"/>
            <a:ext cx="10800080" cy="535940"/>
          </a:xfrm>
        </p:spPr>
        <p:txBody>
          <a:bodyPr>
            <a:normAutofit fontScale="90000"/>
          </a:bodyPr>
          <a:p>
            <a:r>
              <a:rPr lang="zh-CN" altLang="en-US"/>
              <a:t>总结</a:t>
            </a:r>
            <a:endParaRPr lang="zh-CN" altLang="en-US"/>
          </a:p>
        </p:txBody>
      </p:sp>
      <p:sp>
        <p:nvSpPr>
          <p:cNvPr id="4" name="文本框 3"/>
          <p:cNvSpPr txBox="1"/>
          <p:nvPr/>
        </p:nvSpPr>
        <p:spPr>
          <a:xfrm>
            <a:off x="2395855" y="1631315"/>
            <a:ext cx="8027035" cy="2971165"/>
          </a:xfrm>
          <a:prstGeom prst="rect">
            <a:avLst/>
          </a:prstGeom>
        </p:spPr>
        <p:txBody>
          <a:bodyPr>
            <a:noAutofit/>
          </a:bodyPr>
          <a:p>
            <a:pPr marL="0" indent="266700" algn="just" defTabSz="266700">
              <a:lnSpc>
                <a:spcPct val="125000"/>
              </a:lnSpc>
              <a:spcBef>
                <a:spcPct val="0"/>
              </a:spcBef>
              <a:spcAft>
                <a:spcPct val="0"/>
              </a:spcAft>
            </a:pPr>
            <a:r>
              <a:rPr lang="zh-CN" altLang="en-US" sz="1600">
                <a:latin typeface="Calibri"/>
                <a:ea typeface="宋体"/>
              </a:rPr>
              <a:t>退役军人服务小程序是面向退役军人群体的数字化服务模式，它借助移动互联网与云开发技术，实现了政策咨询、办事指引与服务资源整合的一体化平台。</a:t>
            </a:r>
            <a:endParaRPr lang="zh-CN" altLang="en-US" sz="1600">
              <a:latin typeface="Calibri"/>
              <a:ea typeface="宋体"/>
            </a:endParaRPr>
          </a:p>
          <a:p>
            <a:pPr marL="0" indent="266700" algn="just" defTabSz="266700">
              <a:lnSpc>
                <a:spcPct val="125000"/>
              </a:lnSpc>
              <a:spcBef>
                <a:spcPct val="0"/>
              </a:spcBef>
              <a:spcAft>
                <a:spcPct val="0"/>
              </a:spcAft>
            </a:pPr>
            <a:r>
              <a:rPr lang="zh-CN" altLang="en-US" sz="1600">
                <a:latin typeface="Calibri"/>
                <a:ea typeface="宋体"/>
              </a:rPr>
              <a:t>从应用价值来看，本系统在服务效果与社会意义上均具有积极作用。一方面，通过就业服务、教育培训、创业扶持等模块，有助于退役军人更快完成从军旅身份向社会角色的平稳过渡，提高就业与发展机会；另一方面，通过退伍指引、拥军优抚、烈士英名录与纪念设施查询等功能，系统增强了服务的专业性与政策透明度，降低了办事信息获取成本，提升了退役军人的获得感与便利性。</a:t>
            </a:r>
            <a:endParaRPr lang="zh-CN" altLang="en-US" sz="1600">
              <a:latin typeface="Calibri"/>
              <a:ea typeface="宋体"/>
            </a:endParaRPr>
          </a:p>
          <a:p>
            <a:pPr marL="0" indent="266700" algn="just" defTabSz="266700">
              <a:lnSpc>
                <a:spcPct val="125000"/>
              </a:lnSpc>
              <a:spcBef>
                <a:spcPct val="0"/>
              </a:spcBef>
              <a:spcAft>
                <a:spcPct val="0"/>
              </a:spcAft>
            </a:pPr>
            <a:r>
              <a:rPr lang="zh-CN" altLang="en-US" sz="1600">
                <a:latin typeface="Calibri"/>
                <a:ea typeface="宋体"/>
              </a:rPr>
              <a:t>同时，本系统的发展仍面临一些现实挑战。首先，部分业务流程尚处于轻量化实现阶段，复杂办理场景仍需进一步与线下部门或更完整的审批系统对接；其次，系统对政策数据的持续更新与区域差异适配提出了更高要求，若缺乏长期维护机制，将影响服务的准确性与权威性；此外，智能问答模块在处理区域细则和最新政策方面仍有依赖外部数据的限制，需要进一步引入权威数据源或构建本地知识库以提升可靠性。</a:t>
            </a:r>
            <a:endParaRPr lang="zh-CN" altLang="en-US" sz="1600">
              <a:latin typeface="Calibri"/>
              <a:ea typeface="宋体"/>
            </a:endParaRPr>
          </a:p>
        </p:txBody>
      </p:sp>
      <p:sp>
        <p:nvSpPr>
          <p:cNvPr id="8" name="矩形 7"/>
          <p:cNvSpPr/>
          <p:nvPr>
            <p:custDataLst>
              <p:tags r:id="rId3"/>
            </p:custDataLst>
          </p:nvPr>
        </p:nvSpPr>
        <p:spPr>
          <a:xfrm>
            <a:off x="9580880" y="5539143"/>
            <a:ext cx="1195070" cy="735965"/>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标题 3"/>
          <p:cNvSpPr>
            <a:spLocks noGrp="1"/>
          </p:cNvSpPr>
          <p:nvPr>
            <p:custDataLst>
              <p:tags r:id="rId4"/>
            </p:custDataLst>
          </p:nvPr>
        </p:nvSpPr>
        <p:spPr>
          <a:xfrm rot="10800000">
            <a:off x="9891078" y="5706783"/>
            <a:ext cx="531495" cy="400685"/>
          </a:xfrm>
          <a:custGeom>
            <a:avLst/>
            <a:gdLst/>
            <a:ahLst/>
            <a:cxnLst>
              <a:cxn ang="3">
                <a:pos x="hc" y="t"/>
              </a:cxn>
              <a:cxn ang="cd2">
                <a:pos x="l" y="vc"/>
              </a:cxn>
              <a:cxn ang="cd4">
                <a:pos x="hc" y="b"/>
              </a:cxn>
              <a:cxn ang="0">
                <a:pos x="r" y="vc"/>
              </a:cxn>
            </a:cxnLst>
            <a:rect l="l" t="t" r="r" b="b"/>
            <a:pathLst>
              <a:path w="1351" h="986">
                <a:moveTo>
                  <a:pt x="1262" y="0"/>
                </a:moveTo>
                <a:lnTo>
                  <a:pt x="1351" y="188"/>
                </a:lnTo>
                <a:cubicBezTo>
                  <a:pt x="1260" y="218"/>
                  <a:pt x="1195" y="260"/>
                  <a:pt x="1155" y="314"/>
                </a:cubicBezTo>
                <a:cubicBezTo>
                  <a:pt x="1116" y="369"/>
                  <a:pt x="1095" y="440"/>
                  <a:pt x="1093" y="530"/>
                </a:cubicBezTo>
                <a:lnTo>
                  <a:pt x="1314" y="530"/>
                </a:lnTo>
                <a:lnTo>
                  <a:pt x="1314" y="986"/>
                </a:lnTo>
                <a:lnTo>
                  <a:pt x="858" y="986"/>
                </a:lnTo>
                <a:lnTo>
                  <a:pt x="858" y="660"/>
                </a:lnTo>
                <a:cubicBezTo>
                  <a:pt x="858" y="528"/>
                  <a:pt x="870" y="424"/>
                  <a:pt x="893" y="348"/>
                </a:cubicBezTo>
                <a:cubicBezTo>
                  <a:pt x="916" y="272"/>
                  <a:pt x="959" y="203"/>
                  <a:pt x="1022" y="143"/>
                </a:cubicBezTo>
                <a:cubicBezTo>
                  <a:pt x="1084" y="82"/>
                  <a:pt x="1164" y="35"/>
                  <a:pt x="1262" y="0"/>
                </a:cubicBezTo>
                <a:close/>
                <a:moveTo>
                  <a:pt x="404" y="0"/>
                </a:moveTo>
                <a:lnTo>
                  <a:pt x="493" y="188"/>
                </a:lnTo>
                <a:cubicBezTo>
                  <a:pt x="402" y="218"/>
                  <a:pt x="337" y="260"/>
                  <a:pt x="297" y="314"/>
                </a:cubicBezTo>
                <a:cubicBezTo>
                  <a:pt x="258" y="369"/>
                  <a:pt x="237" y="440"/>
                  <a:pt x="235" y="530"/>
                </a:cubicBezTo>
                <a:lnTo>
                  <a:pt x="456" y="530"/>
                </a:lnTo>
                <a:lnTo>
                  <a:pt x="456" y="986"/>
                </a:lnTo>
                <a:lnTo>
                  <a:pt x="0" y="986"/>
                </a:lnTo>
                <a:lnTo>
                  <a:pt x="0" y="660"/>
                </a:lnTo>
                <a:cubicBezTo>
                  <a:pt x="0" y="528"/>
                  <a:pt x="12" y="424"/>
                  <a:pt x="35" y="348"/>
                </a:cubicBezTo>
                <a:cubicBezTo>
                  <a:pt x="58" y="272"/>
                  <a:pt x="101" y="203"/>
                  <a:pt x="164" y="143"/>
                </a:cubicBezTo>
                <a:cubicBezTo>
                  <a:pt x="226" y="82"/>
                  <a:pt x="306" y="35"/>
                  <a:pt x="404" y="0"/>
                </a:cubicBezTo>
                <a:close/>
              </a:path>
            </a:pathLst>
          </a:custGeom>
          <a:solidFill>
            <a:schemeClr val="lt1">
              <a:lumMod val="95000"/>
            </a:schemeClr>
          </a:solidFill>
          <a:effectLst/>
        </p:spPr>
        <p:txBody>
          <a:bodyPr vert="horz" wrap="square" lIns="90000" tIns="46800" rIns="90000" bIns="4680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endParaRPr lang="en-US" altLang="zh-CN" sz="16600">
              <a:solidFill>
                <a:schemeClr val="bg1">
                  <a:lumMod val="95000"/>
                </a:schemeClr>
              </a:solidFill>
              <a:sym typeface="+mn-ea"/>
            </a:endParaRPr>
          </a:p>
        </p:txBody>
      </p:sp>
      <p:pic>
        <p:nvPicPr>
          <p:cNvPr id="27" name="图片 26" descr="C:/Users/30931/AppData/Roaming/Kingsoft/office6/wppai/generateppt/7D2F0321E262465296DE2497BB202CC0.jpg7D2F0321E262465296DE2497BB202CC0"/>
          <p:cNvPicPr>
            <a:picLocks noChangeAspect="1"/>
          </p:cNvPicPr>
          <p:nvPr>
            <p:custDataLst>
              <p:tags r:id="rId5"/>
            </p:custDataLst>
          </p:nvPr>
        </p:nvPicPr>
        <p:blipFill>
          <a:blip r:embed="rId6"/>
          <a:srcRect/>
          <a:stretch>
            <a:fillRect/>
          </a:stretch>
        </p:blipFill>
        <p:spPr>
          <a:xfrm>
            <a:off x="694382" y="971252"/>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3175" cap="flat" cmpd="sng" algn="ctr">
            <a:solidFill>
              <a:schemeClr val="tx1">
                <a:lumMod val="40000"/>
                <a:lumOff val="60000"/>
                <a:alpha val="20000"/>
              </a:schemeClr>
            </a:solidFill>
            <a:prstDash val="solid"/>
            <a:round/>
            <a:headEnd type="none" w="med" len="med"/>
            <a:tailEnd type="none" w="med" len="med"/>
          </a:ln>
        </p:spPr>
      </p:pic>
    </p:spTree>
    <p:custDataLst>
      <p:tags r:id="rId7"/>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642946"/>
            <a:ext cx="12192000" cy="307773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300761" y="2171601"/>
            <a:ext cx="5590478" cy="2020425"/>
          </a:xfrm>
          <a:prstGeom prst="rect">
            <a:avLst/>
          </a:prstGeom>
          <a:noFill/>
        </p:spPr>
        <p:txBody>
          <a:bodyPr wrap="square" rtlCol="0">
            <a:spAutoFit/>
          </a:bodyPr>
          <a:lstStyle/>
          <a:p>
            <a:pPr algn="ctr">
              <a:lnSpc>
                <a:spcPct val="150000"/>
              </a:lnSpc>
            </a:pPr>
            <a:r>
              <a:rPr lang="zh-CN" altLang="en-US" sz="4400" b="1" dirty="0">
                <a:solidFill>
                  <a:schemeClr val="bg1"/>
                </a:solidFill>
              </a:rPr>
              <a:t>谢谢</a:t>
            </a:r>
            <a:endParaRPr lang="en-US" altLang="zh-CN" sz="4400" b="1" dirty="0">
              <a:solidFill>
                <a:schemeClr val="bg1"/>
              </a:solidFill>
            </a:endParaRPr>
          </a:p>
          <a:p>
            <a:pPr algn="ctr">
              <a:lnSpc>
                <a:spcPct val="150000"/>
              </a:lnSpc>
            </a:pPr>
            <a:r>
              <a:rPr lang="zh-CN" altLang="en-US" sz="4400" b="1" dirty="0">
                <a:solidFill>
                  <a:schemeClr val="bg1"/>
                </a:solidFill>
              </a:rPr>
              <a:t>请各位专家批评指正</a:t>
            </a:r>
            <a:endParaRPr lang="zh-CN" altLang="en-US" sz="4400" b="1" dirty="0">
              <a:solidFill>
                <a:schemeClr val="bg1"/>
              </a:solidFill>
            </a:endParaRPr>
          </a:p>
        </p:txBody>
      </p:sp>
      <p:graphicFrame>
        <p:nvGraphicFramePr>
          <p:cNvPr id="5" name="表格 4"/>
          <p:cNvGraphicFramePr>
            <a:graphicFrameLocks noGrp="1"/>
          </p:cNvGraphicFramePr>
          <p:nvPr/>
        </p:nvGraphicFramePr>
        <p:xfrm>
          <a:off x="4164291" y="4967737"/>
          <a:ext cx="3684614" cy="1467930"/>
        </p:xfrm>
        <a:graphic>
          <a:graphicData uri="http://schemas.openxmlformats.org/drawingml/2006/table">
            <a:tbl>
              <a:tblPr firstRow="1" bandRow="1">
                <a:tableStyleId>{5C22544A-7EE6-4342-B048-85BDC9FD1C3A}</a:tableStyleId>
              </a:tblPr>
              <a:tblGrid>
                <a:gridCol w="1165543"/>
                <a:gridCol w="2519071"/>
              </a:tblGrid>
              <a:tr h="353521">
                <a:tc>
                  <a:txBody>
                    <a:bodyPr/>
                    <a:lstStyle/>
                    <a:p>
                      <a:pPr algn="ctr">
                        <a:lnSpc>
                          <a:spcPts val="2200"/>
                        </a:lnSpc>
                      </a:pPr>
                      <a:r>
                        <a:rPr lang="zh-CN" altLang="en-US" b="1" dirty="0">
                          <a:solidFill>
                            <a:schemeClr val="tx1"/>
                          </a:solidFill>
                          <a:latin typeface="微软雅黑" panose="020B0503020204020204" charset="-122"/>
                          <a:ea typeface="微软雅黑" panose="020B0503020204020204" charset="-122"/>
                        </a:rPr>
                        <a:t>姓名</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2200"/>
                        </a:lnSpc>
                      </a:pPr>
                      <a:r>
                        <a:rPr lang="zh-CN" altLang="en-US" b="1" dirty="0">
                          <a:solidFill>
                            <a:schemeClr val="tx1"/>
                          </a:solidFill>
                          <a:latin typeface="微软雅黑" panose="020B0503020204020204" charset="-122"/>
                          <a:ea typeface="微软雅黑" panose="020B0503020204020204" charset="-122"/>
                        </a:rPr>
                        <a:t>范其东</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lnSpc>
                          <a:spcPts val="2200"/>
                        </a:lnSpc>
                      </a:pPr>
                      <a:r>
                        <a:rPr lang="zh-CN" altLang="en-US" b="1" dirty="0">
                          <a:solidFill>
                            <a:schemeClr val="tx1"/>
                          </a:solidFill>
                          <a:latin typeface="微软雅黑" panose="020B0503020204020204" charset="-122"/>
                          <a:ea typeface="微软雅黑" panose="020B0503020204020204" charset="-122"/>
                        </a:rPr>
                        <a:t>专业</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2200"/>
                        </a:lnSpc>
                      </a:pPr>
                      <a:r>
                        <a:rPr lang="zh-CN" altLang="en-US" b="1" dirty="0">
                          <a:solidFill>
                            <a:schemeClr val="tx1"/>
                          </a:solidFill>
                          <a:latin typeface="微软雅黑" panose="020B0503020204020204" charset="-122"/>
                          <a:ea typeface="微软雅黑" panose="020B0503020204020204" charset="-122"/>
                        </a:rPr>
                        <a:t>软件工程</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lnSpc>
                          <a:spcPts val="2200"/>
                        </a:lnSpc>
                      </a:pPr>
                      <a:r>
                        <a:rPr lang="zh-CN" altLang="en-US" b="1" dirty="0">
                          <a:solidFill>
                            <a:schemeClr val="tx1"/>
                          </a:solidFill>
                          <a:latin typeface="微软雅黑" panose="020B0503020204020204" charset="-122"/>
                          <a:ea typeface="微软雅黑" panose="020B0503020204020204" charset="-122"/>
                        </a:rPr>
                        <a:t>指导老师</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2200"/>
                        </a:lnSpc>
                      </a:pPr>
                      <a:r>
                        <a:rPr lang="zh-CN" altLang="en-US" b="1" dirty="0">
                          <a:solidFill>
                            <a:schemeClr val="tx1"/>
                          </a:solidFill>
                          <a:latin typeface="微软雅黑" panose="020B0503020204020204" charset="-122"/>
                          <a:ea typeface="微软雅黑" panose="020B0503020204020204" charset="-122"/>
                        </a:rPr>
                        <a:t>余小军</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lnSpc>
                          <a:spcPts val="2200"/>
                        </a:lnSpc>
                      </a:pPr>
                      <a:r>
                        <a:rPr lang="zh-CN" altLang="en-US" b="1" dirty="0">
                          <a:solidFill>
                            <a:schemeClr val="tx1"/>
                          </a:solidFill>
                          <a:latin typeface="微软雅黑" panose="020B0503020204020204" charset="-122"/>
                          <a:ea typeface="微软雅黑" panose="020B0503020204020204" charset="-122"/>
                        </a:rPr>
                        <a:t>答辩日期</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2200"/>
                        </a:lnSpc>
                      </a:pPr>
                      <a:r>
                        <a:rPr lang="en-US" altLang="zh-CN" b="1" dirty="0">
                          <a:solidFill>
                            <a:schemeClr val="tx1"/>
                          </a:solidFill>
                          <a:latin typeface="微软雅黑" panose="020B0503020204020204" charset="-122"/>
                          <a:ea typeface="微软雅黑" panose="020B0503020204020204" charset="-122"/>
                        </a:rPr>
                        <a:t>2025-05-30</a:t>
                      </a:r>
                      <a:endParaRPr lang="zh-CN" altLang="en-US" b="1" dirty="0">
                        <a:solidFill>
                          <a:schemeClr val="tx1"/>
                        </a:solidFill>
                        <a:latin typeface="微软雅黑" panose="020B0503020204020204" charset="-122"/>
                        <a:ea typeface="微软雅黑" panose="020B050302020402020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8" name="灯片编号占位符 7"/>
          <p:cNvSpPr>
            <a:spLocks noGrp="1"/>
          </p:cNvSpPr>
          <p:nvPr>
            <p:ph type="sldNum" sz="quarter" idx="12"/>
          </p:nvPr>
        </p:nvSpPr>
        <p:spPr/>
        <p:txBody>
          <a:bodyPr/>
          <a:lstStyle/>
          <a:p>
            <a:fld id="{C730C15E-7DE8-4003-AC2F-632DCF856F49}" type="slidenum">
              <a:rPr lang="zh-CN" altLang="en-US" smtClean="0"/>
            </a:fld>
            <a:endParaRPr lang="zh-CN" altLang="en-US" dirty="0"/>
          </a:p>
        </p:txBody>
      </p:sp>
      <p:pic>
        <p:nvPicPr>
          <p:cNvPr id="9" name="图片 8"/>
          <p:cNvPicPr>
            <a:picLocks noChangeAspect="1"/>
          </p:cNvPicPr>
          <p:nvPr/>
        </p:nvPicPr>
        <p:blipFill>
          <a:blip r:embed="rId1"/>
          <a:stretch>
            <a:fillRect/>
          </a:stretch>
        </p:blipFill>
        <p:spPr>
          <a:xfrm>
            <a:off x="3954780" y="527050"/>
            <a:ext cx="3345180" cy="1003935"/>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 name="KSO_WM_TEMPLATE_INDEX" val="51"/>
  <p:tag name="KSO_WM_TEMPLATE_CATEGORY" val="custo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 name="KSO_WM_TEMPLATE_INDEX" val="51"/>
  <p:tag name="KSO_WM_TEMPLATE_CATEGORY" val="custo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TEMPLATE_CATEGORY" val="custom"/>
  <p:tag name="KSO_WM_TEMPLATE_INDEX" val="5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TEMPLATE_CATEGORY" val="custom"/>
  <p:tag name="KSO_WM_TEMPLATE_INDEX" val="5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TEMPLATE_INDEX" val="51"/>
  <p:tag name="KSO_WM_TEMPLATE_CATEGORY" val="custo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TEMPLATE_INDEX" val="51"/>
  <p:tag name="KSO_WM_TEMPLATE_CATEGORY" val="custo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TEMPLATE_INDEX" val="51"/>
  <p:tag name="KSO_WM_TEMPLATE_CATEGORY" val="custom"/>
</p:tagLst>
</file>

<file path=ppt/tags/tag7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1.xml><?xml version="1.0" encoding="utf-8"?>
<p:tagLst xmlns:p="http://schemas.openxmlformats.org/presentationml/2006/main">
  <p:tag name="KSO_WM_UNIT_ID" val="_1**"/>
  <p:tag name="KSO_WM_BEAUTIFY_FLAG" val="#wm#"/>
  <p:tag name="KSO_WM_TAG_VERSION" val="3.0"/>
  <p:tag name="KSO_WM_UNIT_LAYERLEVEL" val="1"/>
  <p:tag name="KSO_WM_TEMPLATE_INDEX" val="51"/>
  <p:tag name="KSO_WM_TEMPLATE_CATEGORY" val="custom"/>
</p:tagLst>
</file>

<file path=ppt/tags/tag72.xml><?xml version="1.0" encoding="utf-8"?>
<p:tagLst xmlns:p="http://schemas.openxmlformats.org/presentationml/2006/main">
  <p:tag name="KSO_WM_UNIT_ID" val="_1**"/>
  <p:tag name="KSO_WM_BEAUTIFY_FLAG" val="#wm#"/>
  <p:tag name="KSO_WM_TAG_VERSION" val="3.0"/>
  <p:tag name="KSO_WM_UNIT_LAYERLEVEL" val="1"/>
  <p:tag name="KSO_WM_TEMPLATE_INDEX" val="51"/>
  <p:tag name="KSO_WM_TEMPLATE_CATEGORY" val="custom"/>
</p:tagLst>
</file>

<file path=ppt/tags/tag73.xml><?xml version="1.0" encoding="utf-8"?>
<p:tagLst xmlns:p="http://schemas.openxmlformats.org/presentationml/2006/main">
  <p:tag name="KSO_WM_UNIT_ID" val="_1**"/>
  <p:tag name="KSO_WM_BEAUTIFY_FLAG" val="#wm#"/>
  <p:tag name="KSO_WM_TAG_VERSION" val="3.0"/>
  <p:tag name="KSO_WM_UNIT_LAYERLEVEL" val="1"/>
  <p:tag name="KSO_WM_TEMPLATE_INDEX" val="51"/>
  <p:tag name="KSO_WM_TEMPLATE_CATEGORY" val="custom"/>
</p:tagLst>
</file>

<file path=ppt/tags/tag74.xml><?xml version="1.0" encoding="utf-8"?>
<p:tagLst xmlns:p="http://schemas.openxmlformats.org/presentationml/2006/main">
  <p:tag name="KSO_WM_UNIT_ID" val="_1**"/>
  <p:tag name="KSO_WM_BEAUTIFY_FLAG" val="#wm#"/>
  <p:tag name="KSO_WM_TAG_VERSION" val="3.0"/>
  <p:tag name="KSO_WM_UNIT_LAYERLEVEL" val="1"/>
  <p:tag name="KSO_WM_TEMPLATE_INDEX" val="51"/>
  <p:tag name="KSO_WM_TEMPLATE_CATEGORY" val="custom"/>
</p:tagLst>
</file>

<file path=ppt/tags/tag75.xml><?xml version="1.0" encoding="utf-8"?>
<p:tagLst xmlns:p="http://schemas.openxmlformats.org/presentationml/2006/main">
  <p:tag name="KSO_WM_UNIT_ID" val="_1**"/>
  <p:tag name="KSO_WM_BEAUTIFY_FLAG" val="#wm#"/>
  <p:tag name="KSO_WM_TAG_VERSION" val="3.0"/>
  <p:tag name="KSO_WM_UNIT_LAYERLEVEL" val="1"/>
  <p:tag name="KSO_WM_TEMPLATE_INDEX" val="51"/>
  <p:tag name="KSO_WM_TEMPLATE_CATEGORY" val="custom"/>
</p:tagLst>
</file>

<file path=ppt/tags/tag76.xml><?xml version="1.0" encoding="utf-8"?>
<p:tagLst xmlns:p="http://schemas.openxmlformats.org/presentationml/2006/main">
  <p:tag name="KSO_WM_UNIT_ID" val="_2**"/>
  <p:tag name="KSO_WM_BEAUTIFY_FLAG" val="#wm#"/>
  <p:tag name="KSO_WM_TAG_VERSION" val="3.0"/>
  <p:tag name="KSO_WM_UNIT_LAYERLEVEL" val="1"/>
  <p:tag name="KSO_WM_TEMPLATE_INDEX" val="51"/>
  <p:tag name="KSO_WM_TEMPLATE_CATEGORY" val="custom"/>
</p:tagLst>
</file>

<file path=ppt/tags/tag77.xml><?xml version="1.0" encoding="utf-8"?>
<p:tagLst xmlns:p="http://schemas.openxmlformats.org/presentationml/2006/main">
  <p:tag name="KSO_WM_UNIT_ID" val="_2**"/>
  <p:tag name="KSO_WM_BEAUTIFY_FLAG" val="#wm#"/>
  <p:tag name="KSO_WM_TAG_VERSION" val="3.0"/>
  <p:tag name="KSO_WM_UNIT_LAYERLEVEL" val="1"/>
  <p:tag name="KSO_WM_TEMPLATE_INDEX" val="51"/>
  <p:tag name="KSO_WM_TEMPLATE_CATEGORY" val="custom"/>
</p:tagLst>
</file>

<file path=ppt/tags/tag78.xml><?xml version="1.0" encoding="utf-8"?>
<p:tagLst xmlns:p="http://schemas.openxmlformats.org/presentationml/2006/main">
  <p:tag name="KSO_WM_UNIT_ID" val="_2**"/>
  <p:tag name="KSO_WM_BEAUTIFY_FLAG" val="#wm#"/>
  <p:tag name="KSO_WM_TAG_VERSION" val="3.0"/>
  <p:tag name="KSO_WM_UNIT_LAYERLEVEL" val="1"/>
  <p:tag name="KSO_WM_TEMPLATE_INDEX" val="51"/>
  <p:tag name="KSO_WM_TEMPLATE_CATEGORY" val="custom"/>
</p:tagLst>
</file>

<file path=ppt/tags/tag79.xml><?xml version="1.0" encoding="utf-8"?>
<p:tagLst xmlns:p="http://schemas.openxmlformats.org/presentationml/2006/main">
  <p:tag name="KSO_WM_UNIT_ID" val="_2**"/>
  <p:tag name="KSO_WM_BEAUTIFY_FLAG" val="#wm#"/>
  <p:tag name="KSO_WM_TAG_VERSION" val="3.0"/>
  <p:tag name="KSO_WM_UNIT_LAYERLEVEL" val="1"/>
  <p:tag name="KSO_WM_TEMPLATE_INDEX" val="51"/>
  <p:tag name="KSO_WM_TEMPLATE_CATEGORY" val="custom"/>
</p:tagLst>
</file>

<file path=ppt/tags/tag80.xml><?xml version="1.0" encoding="utf-8"?>
<p:tagLst xmlns:p="http://schemas.openxmlformats.org/presentationml/2006/main">
  <p:tag name="KSO_WM_UNIT_ID" val="_2**"/>
  <p:tag name="KSO_WM_BEAUTIFY_FLAG" val="#wm#"/>
  <p:tag name="KSO_WM_TAG_VERSION" val="3.0"/>
  <p:tag name="KSO_WM_UNIT_LAYERLEVEL" val="1"/>
  <p:tag name="KSO_WM_TEMPLATE_INDEX" val="51"/>
  <p:tag name="KSO_WM_TEMPLATE_CATEGORY" val="custom"/>
</p:tagLst>
</file>

<file path=ppt/tags/tag81.xml><?xml version="1.0" encoding="utf-8"?>
<p:tagLst xmlns:p="http://schemas.openxmlformats.org/presentationml/2006/main">
  <p:tag name="KSO_WM_UNIT_ID" val="_3**"/>
  <p:tag name="KSO_WM_BEAUTIFY_FLAG" val="#wm#"/>
  <p:tag name="KSO_WM_TAG_VERSION" val="3.0"/>
  <p:tag name="KSO_WM_UNIT_LAYERLEVEL" val="1"/>
  <p:tag name="KSO_WM_TEMPLATE_INDEX" val="51"/>
  <p:tag name="KSO_WM_TEMPLATE_CATEGORY" val="custom"/>
</p:tagLst>
</file>

<file path=ppt/tags/tag82.xml><?xml version="1.0" encoding="utf-8"?>
<p:tagLst xmlns:p="http://schemas.openxmlformats.org/presentationml/2006/main">
  <p:tag name="KSO_WM_UNIT_ID" val="_3**"/>
  <p:tag name="KSO_WM_BEAUTIFY_FLAG" val="#wm#"/>
  <p:tag name="KSO_WM_TAG_VERSION" val="3.0"/>
  <p:tag name="KSO_WM_UNIT_LAYERLEVEL" val="1"/>
  <p:tag name="KSO_WM_TEMPLATE_INDEX" val="51"/>
  <p:tag name="KSO_WM_TEMPLATE_CATEGORY" val="custom"/>
</p:tagLst>
</file>

<file path=ppt/tags/tag83.xml><?xml version="1.0" encoding="utf-8"?>
<p:tagLst xmlns:p="http://schemas.openxmlformats.org/presentationml/2006/main">
  <p:tag name="KSO_WM_UNIT_ID" val="_3**"/>
  <p:tag name="KSO_WM_BEAUTIFY_FLAG" val="#wm#"/>
  <p:tag name="KSO_WM_TAG_VERSION" val="3.0"/>
  <p:tag name="KSO_WM_UNIT_LAYERLEVEL" val="1"/>
  <p:tag name="KSO_WM_TEMPLATE_INDEX" val="51"/>
  <p:tag name="KSO_WM_TEMPLATE_CATEGORY" val="custom"/>
</p:tagLst>
</file>

<file path=ppt/tags/tag84.xml><?xml version="1.0" encoding="utf-8"?>
<p:tagLst xmlns:p="http://schemas.openxmlformats.org/presentationml/2006/main">
  <p:tag name="KSO_WM_UNIT_ID" val="_3**"/>
  <p:tag name="KSO_WM_BEAUTIFY_FLAG" val="#wm#"/>
  <p:tag name="KSO_WM_TAG_VERSION" val="3.0"/>
  <p:tag name="KSO_WM_UNIT_LAYERLEVEL" val="1"/>
  <p:tag name="KSO_WM_TEMPLATE_INDEX" val="51"/>
  <p:tag name="KSO_WM_TEMPLATE_CATEGORY" val="custom"/>
</p:tagLst>
</file>

<file path=ppt/tags/tag85.xml><?xml version="1.0" encoding="utf-8"?>
<p:tagLst xmlns:p="http://schemas.openxmlformats.org/presentationml/2006/main">
  <p:tag name="KSO_WM_UNIT_ID" val="_3**"/>
  <p:tag name="KSO_WM_BEAUTIFY_FLAG" val="#wm#"/>
  <p:tag name="KSO_WM_TAG_VERSION" val="3.0"/>
  <p:tag name="KSO_WM_UNIT_LAYERLEVEL" val="1"/>
  <p:tag name="KSO_WM_TEMPLATE_INDEX" val="51"/>
  <p:tag name="KSO_WM_TEMPLATE_CATEGORY" val="custom"/>
</p:tagLst>
</file>

<file path=ppt/tags/tag86.xml><?xml version="1.0" encoding="utf-8"?>
<p:tagLst xmlns:p="http://schemas.openxmlformats.org/presentationml/2006/main">
  <p:tag name="KSO_WM_UNIT_ID" val="_4**"/>
  <p:tag name="KSO_WM_BEAUTIFY_FLAG" val="#wm#"/>
  <p:tag name="KSO_WM_TAG_VERSION" val="3.0"/>
  <p:tag name="KSO_WM_UNIT_LAYERLEVEL" val="1"/>
  <p:tag name="KSO_WM_TEMPLATE_INDEX" val="51"/>
  <p:tag name="KSO_WM_TEMPLATE_CATEGORY" val="custom"/>
</p:tagLst>
</file>

<file path=ppt/tags/tag87.xml><?xml version="1.0" encoding="utf-8"?>
<p:tagLst xmlns:p="http://schemas.openxmlformats.org/presentationml/2006/main">
  <p:tag name="KSO_WM_UNIT_ID" val="_4**"/>
  <p:tag name="KSO_WM_BEAUTIFY_FLAG" val="#wm#"/>
  <p:tag name="KSO_WM_TAG_VERSION" val="3.0"/>
  <p:tag name="KSO_WM_UNIT_LAYERLEVEL" val="1"/>
  <p:tag name="KSO_WM_TEMPLATE_INDEX" val="51"/>
  <p:tag name="KSO_WM_TEMPLATE_CATEGORY" val="custom"/>
</p:tagLst>
</file>

<file path=ppt/tags/tag88.xml><?xml version="1.0" encoding="utf-8"?>
<p:tagLst xmlns:p="http://schemas.openxmlformats.org/presentationml/2006/main">
  <p:tag name="KSO_WM_UNIT_ID" val="_4**"/>
  <p:tag name="KSO_WM_BEAUTIFY_FLAG" val="#wm#"/>
  <p:tag name="KSO_WM_TAG_VERSION" val="3.0"/>
  <p:tag name="KSO_WM_UNIT_LAYERLEVEL" val="1"/>
  <p:tag name="KSO_WM_TEMPLATE_INDEX" val="51"/>
  <p:tag name="KSO_WM_TEMPLATE_CATEGORY" val="custom"/>
</p:tagLst>
</file>

<file path=ppt/tags/tag89.xml><?xml version="1.0" encoding="utf-8"?>
<p:tagLst xmlns:p="http://schemas.openxmlformats.org/presentationml/2006/main">
  <p:tag name="KSO_WM_UNIT_ID" val="_4**"/>
  <p:tag name="KSO_WM_BEAUTIFY_FLAG" val="#wm#"/>
  <p:tag name="KSO_WM_TAG_VERSION" val="3.0"/>
  <p:tag name="KSO_WM_UNIT_LAYERLEVEL" val="1"/>
  <p:tag name="KSO_WM_TEMPLATE_INDEX" val="51"/>
  <p:tag name="KSO_WM_TEMPLATE_CATEGORY" val="custom"/>
</p:tagLst>
</file>

<file path=ppt/tags/tag90.xml><?xml version="1.0" encoding="utf-8"?>
<p:tagLst xmlns:p="http://schemas.openxmlformats.org/presentationml/2006/main">
  <p:tag name="KSO_WM_UNIT_ID" val="_4**"/>
  <p:tag name="KSO_WM_BEAUTIFY_FLAG" val="#wm#"/>
  <p:tag name="KSO_WM_TAG_VERSION" val="3.0"/>
  <p:tag name="KSO_WM_UNIT_LAYERLEVEL" val="1"/>
  <p:tag name="KSO_WM_TEMPLATE_INDEX" val="51"/>
  <p:tag name="KSO_WM_TEMPLATE_CATEGORY" val="custom"/>
</p:tagLst>
</file>

<file path=ppt/tags/tag91.xml><?xml version="1.0" encoding="utf-8"?>
<p:tagLst xmlns:p="http://schemas.openxmlformats.org/presentationml/2006/main">
  <p:tag name="KSO_WM_UNIT_ID" val="_4**"/>
  <p:tag name="KSO_WM_BEAUTIFY_FLAG" val="#wm#"/>
  <p:tag name="KSO_WM_TAG_VERSION" val="3.0"/>
  <p:tag name="KSO_WM_UNIT_LAYERLEVEL" val="1"/>
  <p:tag name="KSO_WM_TEMPLATE_INDEX" val="51"/>
  <p:tag name="KSO_WM_TEMPLATE_CATEGORY" val="custom"/>
</p:tagLst>
</file>

<file path=ppt/tags/tag92.xml><?xml version="1.0" encoding="utf-8"?>
<p:tagLst xmlns:p="http://schemas.openxmlformats.org/presentationml/2006/main">
  <p:tag name="KSO_WM_UNIT_ID" val="_5**"/>
  <p:tag name="KSO_WM_BEAUTIFY_FLAG" val="#wm#"/>
  <p:tag name="KSO_WM_TAG_VERSION" val="3.0"/>
  <p:tag name="KSO_WM_UNIT_LAYERLEVEL" val="1"/>
  <p:tag name="KSO_WM_TEMPLATE_INDEX" val="51"/>
  <p:tag name="KSO_WM_TEMPLATE_CATEGORY" val="custom"/>
</p:tagLst>
</file>

<file path=ppt/tags/tag93.xml><?xml version="1.0" encoding="utf-8"?>
<p:tagLst xmlns:p="http://schemas.openxmlformats.org/presentationml/2006/main">
  <p:tag name="KSO_WM_UNIT_ID" val="_5**"/>
  <p:tag name="KSO_WM_BEAUTIFY_FLAG" val="#wm#"/>
  <p:tag name="KSO_WM_TAG_VERSION" val="3.0"/>
  <p:tag name="KSO_WM_UNIT_LAYERLEVEL" val="1"/>
  <p:tag name="KSO_WM_TEMPLATE_INDEX" val="51"/>
  <p:tag name="KSO_WM_TEMPLATE_CATEGORY" val="custom"/>
</p:tagLst>
</file>

<file path=ppt/tags/tag94.xml><?xml version="1.0" encoding="utf-8"?>
<p:tagLst xmlns:p="http://schemas.openxmlformats.org/presentationml/2006/main">
  <p:tag name="KSO_WM_UNIT_ID" val="_5**"/>
  <p:tag name="KSO_WM_BEAUTIFY_FLAG" val="#wm#"/>
  <p:tag name="KSO_WM_TAG_VERSION" val="3.0"/>
  <p:tag name="KSO_WM_UNIT_LAYERLEVEL" val="1"/>
  <p:tag name="KSO_WM_TEMPLATE_INDEX" val="51"/>
  <p:tag name="KSO_WM_TEMPLATE_CATEGORY" val="custom"/>
</p:tagLst>
</file>

<file path=ppt/tags/tag95.xml><?xml version="1.0" encoding="utf-8"?>
<p:tagLst xmlns:p="http://schemas.openxmlformats.org/presentationml/2006/main">
  <p:tag name="KSO_WM_UNIT_ID" val="_5**"/>
  <p:tag name="KSO_WM_BEAUTIFY_FLAG" val="#wm#"/>
  <p:tag name="KSO_WM_TAG_VERSION" val="3.0"/>
  <p:tag name="KSO_WM_UNIT_LAYERLEVEL" val="1"/>
  <p:tag name="KSO_WM_TEMPLATE_INDEX" val="51"/>
  <p:tag name="KSO_WM_TEMPLATE_CATEGORY" val="custom"/>
</p:tagLst>
</file>

<file path=ppt/tags/tag96.xml><?xml version="1.0" encoding="utf-8"?>
<p:tagLst xmlns:p="http://schemas.openxmlformats.org/presentationml/2006/main">
  <p:tag name="KSO_WM_UNIT_ID" val="_5**"/>
  <p:tag name="KSO_WM_BEAUTIFY_FLAG" val="#wm#"/>
  <p:tag name="KSO_WM_TAG_VERSION" val="3.0"/>
  <p:tag name="KSO_WM_UNIT_LAYERLEVEL" val="1"/>
  <p:tag name="KSO_WM_TEMPLATE_INDEX" val="51"/>
  <p:tag name="KSO_WM_TEMPLATE_CATEGORY" val="custom"/>
</p:tagLst>
</file>

<file path=ppt/tags/tag97.xml><?xml version="1.0" encoding="utf-8"?>
<p:tagLst xmlns:p="http://schemas.openxmlformats.org/presentationml/2006/main">
  <p:tag name="KSO_WM_UNIT_ID" val="_5**"/>
  <p:tag name="KSO_WM_BEAUTIFY_FLAG" val="#wm#"/>
  <p:tag name="KSO_WM_TAG_VERSION" val="3.0"/>
  <p:tag name="KSO_WM_UNIT_LAYERLEVEL" val="1"/>
  <p:tag name="KSO_WM_TEMPLATE_INDEX" val="51"/>
  <p:tag name="KSO_WM_TEMPLATE_CATEGORY" val="custom"/>
</p:tagLst>
</file>

<file path=ppt/tags/tag98.xml><?xml version="1.0" encoding="utf-8"?>
<p:tagLst xmlns:p="http://schemas.openxmlformats.org/presentationml/2006/main">
  <p:tag name="KSO_WM_UNIT_ID" val="_5**"/>
  <p:tag name="KSO_WM_BEAUTIFY_FLAG" val="#wm#"/>
  <p:tag name="KSO_WM_TAG_VERSION" val="3.0"/>
  <p:tag name="KSO_WM_UNIT_LAYERLEVEL" val="1"/>
  <p:tag name="KSO_WM_TEMPLATE_INDEX" val="51"/>
  <p:tag name="KSO_WM_TEMPLATE_CATEGORY" val="custom"/>
</p:tagLst>
</file>

<file path=ppt/tags/tag99.xml><?xml version="1.0" encoding="utf-8"?>
<p:tagLst xmlns:p="http://schemas.openxmlformats.org/presentationml/2006/main">
  <p:tag name="KSO_WM_UNIT_ID" val="_5**"/>
  <p:tag name="KSO_WM_BEAUTIFY_FLAG" val="#wm#"/>
  <p:tag name="KSO_WM_TAG_VERSION" val="3.0"/>
  <p:tag name="KSO_WM_UNIT_LAYERLEVEL" val="1"/>
  <p:tag name="KSO_WM_TEMPLATE_INDEX" val="51"/>
  <p:tag name="KSO_WM_TEMPLATE_CATEGORY" val="custom"/>
</p:tagLst>
</file>

<file path=ppt/tags/tag100.xml><?xml version="1.0" encoding="utf-8"?>
<p:tagLst xmlns:p="http://schemas.openxmlformats.org/presentationml/2006/main">
  <p:tag name="KSO_WM_UNIT_ID" val="_6**"/>
  <p:tag name="KSO_WM_BEAUTIFY_FLAG" val="#wm#"/>
  <p:tag name="KSO_WM_TAG_VERSION" val="3.0"/>
  <p:tag name="KSO_WM_UNIT_LAYERLEVEL" val="1"/>
  <p:tag name="KSO_WM_TEMPLATE_INDEX" val="51"/>
  <p:tag name="KSO_WM_TEMPLATE_CATEGORY" val="custom"/>
</p:tagLst>
</file>

<file path=ppt/tags/tag101.xml><?xml version="1.0" encoding="utf-8"?>
<p:tagLst xmlns:p="http://schemas.openxmlformats.org/presentationml/2006/main">
  <p:tag name="KSO_WM_UNIT_ID" val="_6**"/>
  <p:tag name="KSO_WM_BEAUTIFY_FLAG" val="#wm#"/>
  <p:tag name="KSO_WM_TAG_VERSION" val="3.0"/>
  <p:tag name="KSO_WM_UNIT_LAYERLEVEL" val="1"/>
  <p:tag name="KSO_WM_TEMPLATE_INDEX" val="51"/>
  <p:tag name="KSO_WM_TEMPLATE_CATEGORY" val="custom"/>
</p:tagLst>
</file>

<file path=ppt/tags/tag102.xml><?xml version="1.0" encoding="utf-8"?>
<p:tagLst xmlns:p="http://schemas.openxmlformats.org/presentationml/2006/main">
  <p:tag name="KSO_WM_UNIT_ID" val="_6**"/>
  <p:tag name="KSO_WM_BEAUTIFY_FLAG" val="#wm#"/>
  <p:tag name="KSO_WM_TAG_VERSION" val="3.0"/>
  <p:tag name="KSO_WM_UNIT_LAYERLEVEL" val="1"/>
  <p:tag name="KSO_WM_TEMPLATE_INDEX" val="51"/>
  <p:tag name="KSO_WM_TEMPLATE_CATEGORY" val="custom"/>
</p:tagLst>
</file>

<file path=ppt/tags/tag103.xml><?xml version="1.0" encoding="utf-8"?>
<p:tagLst xmlns:p="http://schemas.openxmlformats.org/presentationml/2006/main">
  <p:tag name="KSO_WM_UNIT_ID" val="_6**"/>
  <p:tag name="KSO_WM_BEAUTIFY_FLAG" val="#wm#"/>
  <p:tag name="KSO_WM_TAG_VERSION" val="3.0"/>
  <p:tag name="KSO_WM_UNIT_LAYERLEVEL" val="1"/>
  <p:tag name="KSO_WM_TEMPLATE_INDEX" val="51"/>
  <p:tag name="KSO_WM_TEMPLATE_CATEGORY" val="custom"/>
</p:tagLst>
</file>

<file path=ppt/tags/tag104.xml><?xml version="1.0" encoding="utf-8"?>
<p:tagLst xmlns:p="http://schemas.openxmlformats.org/presentationml/2006/main">
  <p:tag name="KSO_WM_UNIT_ID" val="_7**"/>
  <p:tag name="KSO_WM_BEAUTIFY_FLAG" val="#wm#"/>
  <p:tag name="KSO_WM_TAG_VERSION" val="3.0"/>
  <p:tag name="KSO_WM_UNIT_LAYERLEVEL" val="1"/>
  <p:tag name="KSO_WM_TEMPLATE_INDEX" val="51"/>
  <p:tag name="KSO_WM_TEMPLATE_CATEGORY" val="custom"/>
</p:tagLst>
</file>

<file path=ppt/tags/tag105.xml><?xml version="1.0" encoding="utf-8"?>
<p:tagLst xmlns:p="http://schemas.openxmlformats.org/presentationml/2006/main">
  <p:tag name="KSO_WM_UNIT_ID" val="_7**"/>
  <p:tag name="KSO_WM_BEAUTIFY_FLAG" val="#wm#"/>
  <p:tag name="KSO_WM_TAG_VERSION" val="3.0"/>
  <p:tag name="KSO_WM_UNIT_LAYERLEVEL" val="1"/>
  <p:tag name="KSO_WM_TEMPLATE_INDEX" val="51"/>
  <p:tag name="KSO_WM_TEMPLATE_CATEGORY" val="custom"/>
</p:tagLst>
</file>

<file path=ppt/tags/tag106.xml><?xml version="1.0" encoding="utf-8"?>
<p:tagLst xmlns:p="http://schemas.openxmlformats.org/presentationml/2006/main">
  <p:tag name="KSO_WM_UNIT_ID" val="_7**"/>
  <p:tag name="KSO_WM_BEAUTIFY_FLAG" val="#wm#"/>
  <p:tag name="KSO_WM_TAG_VERSION" val="3.0"/>
  <p:tag name="KSO_WM_UNIT_LAYERLEVEL" val="1"/>
  <p:tag name="KSO_WM_TEMPLATE_INDEX" val="51"/>
  <p:tag name="KSO_WM_TEMPLATE_CATEGORY" val="custom"/>
</p:tagLst>
</file>

<file path=ppt/tags/tag107.xml><?xml version="1.0" encoding="utf-8"?>
<p:tagLst xmlns:p="http://schemas.openxmlformats.org/presentationml/2006/main">
  <p:tag name="KSO_WM_UNIT_ID" val="_8**"/>
  <p:tag name="KSO_WM_BEAUTIFY_FLAG" val="#wm#"/>
  <p:tag name="KSO_WM_TAG_VERSION" val="3.0"/>
  <p:tag name="KSO_WM_UNIT_LAYERLEVEL" val="1"/>
  <p:tag name="KSO_WM_TEMPLATE_INDEX" val="51"/>
  <p:tag name="KSO_WM_TEMPLATE_CATEGORY" val="custom"/>
</p:tagLst>
</file>

<file path=ppt/tags/tag108.xml><?xml version="1.0" encoding="utf-8"?>
<p:tagLst xmlns:p="http://schemas.openxmlformats.org/presentationml/2006/main">
  <p:tag name="KSO_WM_UNIT_ID" val="_8**"/>
  <p:tag name="KSO_WM_BEAUTIFY_FLAG" val="#wm#"/>
  <p:tag name="KSO_WM_TAG_VERSION" val="3.0"/>
  <p:tag name="KSO_WM_UNIT_LAYERLEVEL" val="1"/>
  <p:tag name="KSO_WM_TEMPLATE_INDEX" val="51"/>
  <p:tag name="KSO_WM_TEMPLATE_CATEGORY" val="custom"/>
</p:tagLst>
</file>

<file path=ppt/tags/tag109.xml><?xml version="1.0" encoding="utf-8"?>
<p:tagLst xmlns:p="http://schemas.openxmlformats.org/presentationml/2006/main">
  <p:tag name="KSO_WM_UNIT_ID" val="_8**"/>
  <p:tag name="KSO_WM_BEAUTIFY_FLAG" val="#wm#"/>
  <p:tag name="KSO_WM_TAG_VERSION" val="3.0"/>
  <p:tag name="KSO_WM_UNIT_LAYERLEVEL" val="1"/>
  <p:tag name="KSO_WM_TEMPLATE_INDEX" val="51"/>
  <p:tag name="KSO_WM_TEMPLATE_CATEGORY" val="custom"/>
</p:tagLst>
</file>

<file path=ppt/tags/tag110.xml><?xml version="1.0" encoding="utf-8"?>
<p:tagLst xmlns:p="http://schemas.openxmlformats.org/presentationml/2006/main">
  <p:tag name="KSO_WM_UNIT_ID" val="_8**"/>
  <p:tag name="KSO_WM_BEAUTIFY_FLAG" val="#wm#"/>
  <p:tag name="KSO_WM_TAG_VERSION" val="3.0"/>
  <p:tag name="KSO_WM_UNIT_LAYERLEVEL" val="1"/>
  <p:tag name="KSO_WM_TEMPLATE_INDEX" val="51"/>
  <p:tag name="KSO_WM_TEMPLATE_CATEGORY" val="custom"/>
</p:tagLst>
</file>

<file path=ppt/tags/tag111.xml><?xml version="1.0" encoding="utf-8"?>
<p:tagLst xmlns:p="http://schemas.openxmlformats.org/presentationml/2006/main">
  <p:tag name="KSO_WM_UNIT_ID" val="_8**"/>
  <p:tag name="KSO_WM_BEAUTIFY_FLAG" val="#wm#"/>
  <p:tag name="KSO_WM_TAG_VERSION" val="3.0"/>
  <p:tag name="KSO_WM_UNIT_LAYERLEVEL" val="1"/>
  <p:tag name="KSO_WM_TEMPLATE_INDEX" val="51"/>
  <p:tag name="KSO_WM_TEMPLATE_CATEGORY" val="custom"/>
</p:tagLst>
</file>

<file path=ppt/tags/tag112.xml><?xml version="1.0" encoding="utf-8"?>
<p:tagLst xmlns:p="http://schemas.openxmlformats.org/presentationml/2006/main">
  <p:tag name="KSO_WM_UNIT_ID" val="_8**"/>
  <p:tag name="KSO_WM_BEAUTIFY_FLAG" val="#wm#"/>
  <p:tag name="KSO_WM_TAG_VERSION" val="3.0"/>
  <p:tag name="KSO_WM_UNIT_LAYERLEVEL" val="1"/>
  <p:tag name="KSO_WM_TEMPLATE_INDEX" val="51"/>
  <p:tag name="KSO_WM_TEMPLATE_CATEGORY" val="custom"/>
</p:tagLst>
</file>

<file path=ppt/tags/tag113.xml><?xml version="1.0" encoding="utf-8"?>
<p:tagLst xmlns:p="http://schemas.openxmlformats.org/presentationml/2006/main">
  <p:tag name="KSO_WM_UNIT_ID" val="_9**"/>
  <p:tag name="KSO_WM_BEAUTIFY_FLAG" val="#wm#"/>
  <p:tag name="KSO_WM_TAG_VERSION" val="3.0"/>
  <p:tag name="KSO_WM_UNIT_LAYERLEVEL" val="1"/>
  <p:tag name="KSO_WM_TEMPLATE_INDEX" val="51"/>
  <p:tag name="KSO_WM_TEMPLATE_CATEGORY" val="custom"/>
</p:tagLst>
</file>

<file path=ppt/tags/tag114.xml><?xml version="1.0" encoding="utf-8"?>
<p:tagLst xmlns:p="http://schemas.openxmlformats.org/presentationml/2006/main">
  <p:tag name="KSO_WM_UNIT_ID" val="_9**"/>
  <p:tag name="KSO_WM_BEAUTIFY_FLAG" val="#wm#"/>
  <p:tag name="KSO_WM_TAG_VERSION" val="3.0"/>
  <p:tag name="KSO_WM_UNIT_LAYERLEVEL" val="1"/>
  <p:tag name="KSO_WM_TEMPLATE_INDEX" val="51"/>
  <p:tag name="KSO_WM_TEMPLATE_CATEGORY" val="custom"/>
</p:tagLst>
</file>

<file path=ppt/tags/tag115.xml><?xml version="1.0" encoding="utf-8"?>
<p:tagLst xmlns:p="http://schemas.openxmlformats.org/presentationml/2006/main">
  <p:tag name="KSO_WM_UNIT_ID" val="_9**"/>
  <p:tag name="KSO_WM_BEAUTIFY_FLAG" val="#wm#"/>
  <p:tag name="KSO_WM_TAG_VERSION" val="3.0"/>
  <p:tag name="KSO_WM_UNIT_LAYERLEVEL" val="1"/>
  <p:tag name="KSO_WM_TEMPLATE_INDEX" val="51"/>
  <p:tag name="KSO_WM_TEMPLATE_CATEGORY" val="custom"/>
</p:tagLst>
</file>

<file path=ppt/tags/tag116.xml><?xml version="1.0" encoding="utf-8"?>
<p:tagLst xmlns:p="http://schemas.openxmlformats.org/presentationml/2006/main">
  <p:tag name="KSO_WM_UNIT_ID" val="_9**"/>
  <p:tag name="KSO_WM_BEAUTIFY_FLAG" val="#wm#"/>
  <p:tag name="KSO_WM_TAG_VERSION" val="3.0"/>
  <p:tag name="KSO_WM_UNIT_LAYERLEVEL" val="1"/>
  <p:tag name="KSO_WM_TEMPLATE_INDEX" val="51"/>
  <p:tag name="KSO_WM_TEMPLATE_CATEGORY" val="custom"/>
</p:tagLst>
</file>

<file path=ppt/tags/tag117.xml><?xml version="1.0" encoding="utf-8"?>
<p:tagLst xmlns:p="http://schemas.openxmlformats.org/presentationml/2006/main">
  <p:tag name="KSO_WM_UNIT_ID" val="_9**"/>
  <p:tag name="KSO_WM_BEAUTIFY_FLAG" val="#wm#"/>
  <p:tag name="KSO_WM_TAG_VERSION" val="3.0"/>
  <p:tag name="KSO_WM_UNIT_LAYERLEVEL" val="1"/>
  <p:tag name="KSO_WM_TEMPLATE_INDEX" val="51"/>
  <p:tag name="KSO_WM_TEMPLATE_CATEGORY" val="custom"/>
</p:tagLst>
</file>

<file path=ppt/tags/tag118.xml><?xml version="1.0" encoding="utf-8"?>
<p:tagLst xmlns:p="http://schemas.openxmlformats.org/presentationml/2006/main">
  <p:tag name="KSO_WM_UNIT_ID" val="_9**"/>
  <p:tag name="KSO_WM_BEAUTIFY_FLAG" val="#wm#"/>
  <p:tag name="KSO_WM_TAG_VERSION" val="3.0"/>
  <p:tag name="KSO_WM_UNIT_LAYERLEVEL" val="1"/>
  <p:tag name="KSO_WM_TEMPLATE_INDEX" val="51"/>
  <p:tag name="KSO_WM_TEMPLATE_CATEGORY" val="custom"/>
</p:tagLst>
</file>

<file path=ppt/tags/tag119.xml><?xml version="1.0" encoding="utf-8"?>
<p:tagLst xmlns:p="http://schemas.openxmlformats.org/presentationml/2006/main">
  <p:tag name="KSO_WM_UNIT_ID" val="_10**"/>
  <p:tag name="KSO_WM_BEAUTIFY_FLAG" val="#wm#"/>
  <p:tag name="KSO_WM_TAG_VERSION" val="3.0"/>
  <p:tag name="KSO_WM_UNIT_LAYERLEVEL" val="1"/>
  <p:tag name="KSO_WM_TEMPLATE_INDEX" val="51"/>
  <p:tag name="KSO_WM_TEMPLATE_CATEGORY" val="custom"/>
</p:tagLst>
</file>

<file path=ppt/tags/tag120.xml><?xml version="1.0" encoding="utf-8"?>
<p:tagLst xmlns:p="http://schemas.openxmlformats.org/presentationml/2006/main">
  <p:tag name="KSO_WM_UNIT_ID" val="_10**"/>
  <p:tag name="KSO_WM_BEAUTIFY_FLAG" val="#wm#"/>
  <p:tag name="KSO_WM_TAG_VERSION" val="3.0"/>
  <p:tag name="KSO_WM_UNIT_LAYERLEVEL" val="1"/>
  <p:tag name="KSO_WM_TEMPLATE_INDEX" val="51"/>
  <p:tag name="KSO_WM_TEMPLATE_CATEGORY" val="custom"/>
</p:tagLst>
</file>

<file path=ppt/tags/tag121.xml><?xml version="1.0" encoding="utf-8"?>
<p:tagLst xmlns:p="http://schemas.openxmlformats.org/presentationml/2006/main">
  <p:tag name="KSO_WM_UNIT_ID" val="_10**"/>
  <p:tag name="KSO_WM_BEAUTIFY_FLAG" val="#wm#"/>
  <p:tag name="KSO_WM_TAG_VERSION" val="3.0"/>
  <p:tag name="KSO_WM_UNIT_LAYERLEVEL" val="1"/>
  <p:tag name="KSO_WM_TEMPLATE_INDEX" val="51"/>
  <p:tag name="KSO_WM_TEMPLATE_CATEGORY" val="custom"/>
</p:tagLst>
</file>

<file path=ppt/tags/tag122.xml><?xml version="1.0" encoding="utf-8"?>
<p:tagLst xmlns:p="http://schemas.openxmlformats.org/presentationml/2006/main">
  <p:tag name="KSO_WM_UNIT_ID" val="_10**"/>
  <p:tag name="KSO_WM_BEAUTIFY_FLAG" val="#wm#"/>
  <p:tag name="KSO_WM_TAG_VERSION" val="3.0"/>
  <p:tag name="KSO_WM_UNIT_LAYERLEVEL" val="1"/>
  <p:tag name="KSO_WM_TEMPLATE_INDEX" val="51"/>
  <p:tag name="KSO_WM_TEMPLATE_CATEGORY" val="custom"/>
</p:tagLst>
</file>

<file path=ppt/tags/tag123.xml><?xml version="1.0" encoding="utf-8"?>
<p:tagLst xmlns:p="http://schemas.openxmlformats.org/presentationml/2006/main">
  <p:tag name="KSO_WM_UNIT_ID" val="_10**"/>
  <p:tag name="KSO_WM_BEAUTIFY_FLAG" val="#wm#"/>
  <p:tag name="KSO_WM_TAG_VERSION" val="3.0"/>
  <p:tag name="KSO_WM_UNIT_LAYERLEVEL" val="1"/>
  <p:tag name="KSO_WM_TEMPLATE_INDEX" val="51"/>
  <p:tag name="KSO_WM_TEMPLATE_CATEGORY" val="custom"/>
</p:tagLst>
</file>

<file path=ppt/tags/tag124.xml><?xml version="1.0" encoding="utf-8"?>
<p:tagLst xmlns:p="http://schemas.openxmlformats.org/presentationml/2006/main">
  <p:tag name="KSO_WM_UNIT_ID" val="_11**"/>
  <p:tag name="KSO_WM_BEAUTIFY_FLAG" val="#wm#"/>
  <p:tag name="KSO_WM_TAG_VERSION" val="3.0"/>
  <p:tag name="KSO_WM_UNIT_LAYERLEVEL" val="1"/>
  <p:tag name="KSO_WM_TEMPLATE_INDEX" val="51"/>
  <p:tag name="KSO_WM_TEMPLATE_CATEGORY" val="custom"/>
</p:tagLst>
</file>

<file path=ppt/tags/tag125.xml><?xml version="1.0" encoding="utf-8"?>
<p:tagLst xmlns:p="http://schemas.openxmlformats.org/presentationml/2006/main">
  <p:tag name="KSO_WM_UNIT_ID" val="_11**"/>
  <p:tag name="KSO_WM_BEAUTIFY_FLAG" val="#wm#"/>
  <p:tag name="KSO_WM_TAG_VERSION" val="3.0"/>
  <p:tag name="KSO_WM_UNIT_LAYERLEVEL" val="1"/>
  <p:tag name="KSO_WM_TEMPLATE_INDEX" val="51"/>
  <p:tag name="KSO_WM_TEMPLATE_CATEGORY" val="custom"/>
</p:tagLst>
</file>

<file path=ppt/tags/tag126.xml><?xml version="1.0" encoding="utf-8"?>
<p:tagLst xmlns:p="http://schemas.openxmlformats.org/presentationml/2006/main">
  <p:tag name="KSO_WM_UNIT_ID" val="_11**"/>
  <p:tag name="KSO_WM_BEAUTIFY_FLAG" val="#wm#"/>
  <p:tag name="KSO_WM_TAG_VERSION" val="3.0"/>
  <p:tag name="KSO_WM_UNIT_LAYERLEVEL" val="1"/>
  <p:tag name="KSO_WM_TEMPLATE_INDEX" val="51"/>
  <p:tag name="KSO_WM_TEMPLATE_CATEGORY" val="custom"/>
</p:tagLst>
</file>

<file path=ppt/tags/tag127.xml><?xml version="1.0" encoding="utf-8"?>
<p:tagLst xmlns:p="http://schemas.openxmlformats.org/presentationml/2006/main">
  <p:tag name="KSO_WM_UNIT_ID" val="_11**"/>
  <p:tag name="KSO_WM_BEAUTIFY_FLAG" val="#wm#"/>
  <p:tag name="KSO_WM_TAG_VERSION" val="3.0"/>
  <p:tag name="KSO_WM_UNIT_LAYERLEVEL" val="1"/>
  <p:tag name="KSO_WM_TEMPLATE_INDEX" val="51"/>
  <p:tag name="KSO_WM_TEMPLATE_CATEGORY" val="custom"/>
</p:tagLst>
</file>

<file path=ppt/tags/tag128.xml><?xml version="1.0" encoding="utf-8"?>
<p:tagLst xmlns:p="http://schemas.openxmlformats.org/presentationml/2006/main">
  <p:tag name="KSO_WM_UNIT_ID" val="_11**"/>
  <p:tag name="KSO_WM_BEAUTIFY_FLAG" val="#wm#"/>
  <p:tag name="KSO_WM_TAG_VERSION" val="3.0"/>
  <p:tag name="KSO_WM_UNIT_LAYERLEVEL" val="1"/>
  <p:tag name="KSO_WM_TEMPLATE_INDEX" val="51"/>
  <p:tag name="KSO_WM_TEMPLATE_CATEGORY" val="custom"/>
</p:tagLst>
</file>

<file path=ppt/tags/tag129.xml><?xml version="1.0" encoding="utf-8"?>
<p:tagLst xmlns:p="http://schemas.openxmlformats.org/presentationml/2006/main">
  <p:tag name="KSO_WM_UNIT_ID" val="_0**"/>
  <p:tag name="KSO_WM_BEAUTIFY_FLAG" val="#wm#"/>
  <p:tag name="KSO_WM_TAG_VERSION" val="3.0"/>
  <p:tag name="KSO_WM_UNIT_LAYERLEVEL" val="1"/>
  <p:tag name="KSO_WM_TEMPLATE_INDEX" val="51"/>
  <p:tag name="KSO_WM_TEMPLATE_CATEGORY" val="custom"/>
</p:tagLst>
</file>

<file path=ppt/tags/tag130.xml><?xml version="1.0" encoding="utf-8"?>
<p:tagLst xmlns:p="http://schemas.openxmlformats.org/presentationml/2006/main">
  <p:tag name="KSO_WM_UNIT_ID" val="_0**"/>
  <p:tag name="KSO_WM_BEAUTIFY_FLAG" val="#wm#"/>
  <p:tag name="KSO_WM_TAG_VERSION" val="3.0"/>
  <p:tag name="KSO_WM_UNIT_LAYERLEVEL" val="1"/>
  <p:tag name="KSO_WM_TEMPLATE_INDEX" val="51"/>
  <p:tag name="KSO_WM_TEMPLATE_CATEGORY" val="custom"/>
</p:tagLst>
</file>

<file path=ppt/tags/tag131.xml><?xml version="1.0" encoding="utf-8"?>
<p:tagLst xmlns:p="http://schemas.openxmlformats.org/presentationml/2006/main">
  <p:tag name="KSO_WM_UNIT_ID" val="_0**"/>
  <p:tag name="KSO_WM_BEAUTIFY_FLAG" val="#wm#"/>
  <p:tag name="KSO_WM_TAG_VERSION" val="3.0"/>
  <p:tag name="KSO_WM_UNIT_LAYERLEVEL" val="1"/>
  <p:tag name="KSO_WM_TEMPLATE_INDEX" val="51"/>
  <p:tag name="KSO_WM_TEMPLATE_CATEGORY" val="custom"/>
</p:tagLst>
</file>

<file path=ppt/tags/tag132.xml><?xml version="1.0" encoding="utf-8"?>
<p:tagLst xmlns:p="http://schemas.openxmlformats.org/presentationml/2006/main">
  <p:tag name="KSO_WM_UNIT_ID" val="_0**"/>
  <p:tag name="KSO_WM_BEAUTIFY_FLAG" val="#wm#"/>
  <p:tag name="KSO_WM_TAG_VERSION" val="3.0"/>
  <p:tag name="KSO_WM_UNIT_LAYERLEVEL" val="1"/>
  <p:tag name="KSO_WM_TEMPLATE_INDEX" val="51"/>
  <p:tag name="KSO_WM_TEMPLATE_CATEGORY" val="custom"/>
</p:tagLst>
</file>

<file path=ppt/tags/tag133.xml><?xml version="1.0" encoding="utf-8"?>
<p:tagLst xmlns:p="http://schemas.openxmlformats.org/presentationml/2006/main">
  <p:tag name="KSO_WM_UNIT_ID" val="_0**"/>
  <p:tag name="KSO_WM_BEAUTIFY_FLAG" val="#wm#"/>
  <p:tag name="KSO_WM_TAG_VERSION" val="3.0"/>
  <p:tag name="KSO_WM_UNIT_LAYERLEVEL" val="1"/>
  <p:tag name="KSO_WM_TEMPLATE_INDEX" val="51"/>
  <p:tag name="KSO_WM_TEMPLATE_CATEGORY" val="custom"/>
</p:tagLst>
</file>

<file path=ppt/tags/tag134.xml><?xml version="1.0" encoding="utf-8"?>
<p:tagLst xmlns:p="http://schemas.openxmlformats.org/presentationml/2006/main">
  <p:tag name="KSO_WM_UNIT_TYPE" val="i"/>
  <p:tag name="KSO_WM_UNIT_INDEX" val="1"/>
  <p:tag name="KSO_WM_BEAUTIFY_FLAG" val="#wm#"/>
  <p:tag name="KSO_WM_TAG_VERSION" val="3.0"/>
  <p:tag name="KSO_WM_DECORATE_TYPE" val="i_cd"/>
  <p:tag name="KSO_WM_TEMPLATE_INDEX" val="51"/>
  <p:tag name="KSO_WM_TEMPLATE_CATEGORY" val="custom"/>
  <p:tag name="KSO_WM_UNIT_ID" val="custom51_2*i*1"/>
  <p:tag name="KSO_WM_DIAGRAM_GROUP_CODE" val="l1-1"/>
  <p:tag name="KSO_WM_DIAGRAM_COLOR_TRICK" val="1"/>
  <p:tag name="KSO_WM_DIAGRAM_COLOR_TEXT_CAN_REMOVE" val="n"/>
  <p:tag name="KSO_WM_UNIT_LAYERLEVEL" val="1"/>
</p:tagLst>
</file>

<file path=ppt/tags/tag135.xml><?xml version="1.0" encoding="utf-8"?>
<p:tagLst xmlns:p="http://schemas.openxmlformats.org/presentationml/2006/main">
  <p:tag name="KSO_WM_TEMPLATE_INDEX" val="51"/>
  <p:tag name="KSO_WM_BEAUTIFY_FLAG" val="#wm#"/>
  <p:tag name="KSO_WM_TAG_VERSION" val="3.0"/>
  <p:tag name="KSO_WM_TEMPLATE_CATEGORY" val="custom"/>
  <p:tag name="KSO_WM_DIAGRAM_GROUP_CODE" val="l1-1"/>
  <p:tag name="KSO_WM_DIAGRAM_COLOR_TRICK" val="1"/>
  <p:tag name="KSO_WM_DIAGRAM_COLOR_TEXT_CAN_REMOVE" val="n"/>
  <p:tag name="KSO_WM_UNIT_ID" val="custom51_2**"/>
  <p:tag name="KSO_WM_UNIT_LAYERLEVEL" val="1"/>
</p:tagLst>
</file>

<file path=ppt/tags/tag136.xml><?xml version="1.0" encoding="utf-8"?>
<p:tagLst xmlns:p="http://schemas.openxmlformats.org/presentationml/2006/main">
  <p:tag name="KSO_WM_UNIT_TYPE" val="a"/>
  <p:tag name="KSO_WM_UNIT_INDEX" val="1"/>
  <p:tag name="KSO_WM_BEAUTIFY_FLAG" val="#wm#"/>
  <p:tag name="KSO_WM_TAG_VERSION" val="3.0"/>
  <p:tag name="KSO_WM_UNIT_ISCONTENTSTITLE" val="1"/>
  <p:tag name="KSO_WM_TEMPLATE_INDEX" val="51"/>
  <p:tag name="KSO_WM_TEMPLATE_CATEGORY" val="custom"/>
  <p:tag name="KSO_WM_UNIT_ID" val="custom51_2*a*1"/>
  <p:tag name="KSO_WM_DIAGRAM_GROUP_CODE" val="l1-1"/>
  <p:tag name="KSO_WM_DIAGRAM_COLOR_TRICK" val="1"/>
  <p:tag name="KSO_WM_DIAGRAM_COLOR_TEXT_CAN_REMOVE" val="n"/>
  <p:tag name="KSO_WM_UNIT_LAYERLEVEL" val="1"/>
</p:tagLst>
</file>

<file path=ppt/tags/tag137.xml><?xml version="1.0" encoding="utf-8"?>
<p:tagLst xmlns:p="http://schemas.openxmlformats.org/presentationml/2006/main">
  <p:tag name="KSO_WM_UNIT_TYPE" val="b"/>
  <p:tag name="KSO_WM_UNIT_INDEX" val="1"/>
  <p:tag name="KSO_WM_BEAUTIFY_FLAG" val="#wm#"/>
  <p:tag name="KSO_WM_TAG_VERSION" val="3.0"/>
  <p:tag name="KSO_WM_TEMPLATE_INDEX" val="51"/>
  <p:tag name="KSO_WM_TEMPLATE_CATEGORY" val="custom"/>
  <p:tag name="KSO_WM_UNIT_ID" val="custom51_2*b*1"/>
  <p:tag name="KSO_WM_DIAGRAM_GROUP_CODE" val="l1-1"/>
  <p:tag name="KSO_WM_DIAGRAM_COLOR_TRICK" val="1"/>
  <p:tag name="KSO_WM_DIAGRAM_COLOR_TEXT_CAN_REMOVE" val="n"/>
  <p:tag name="KSO_WM_UNIT_LAYERLEVEL" val="1"/>
</p:tagLst>
</file>

<file path=ppt/tags/tag138.xml><?xml version="1.0" encoding="utf-8"?>
<p:tagLst xmlns:p="http://schemas.openxmlformats.org/presentationml/2006/main">
  <p:tag name="KSO_WM_UNIT_TYPE" val="l_h_f"/>
  <p:tag name="KSO_WM_UNIT_SUBTYPE" val="a"/>
  <p:tag name="KSO_WM_UNIT_INDEX" val="1_1_1"/>
  <p:tag name="KSO_WM_BEAUTIFY_FLAG" val="#wm#"/>
  <p:tag name="KSO_WM_TAG_VERSION" val="3.0"/>
  <p:tag name="KSO_WM_DIAGRAM_VERSION" val="3"/>
  <p:tag name="KSO_WM_UNIT_PRESET_TEXT" val="01  研究背景&#13;02  系统设计&#13;03  实验结果&#13;04  主要结论&#13;05  致谢"/>
  <p:tag name="KSO_WM_TEMPLATE_MULTLINE_DIAGRAM" val="1"/>
  <p:tag name="KSO_WM_TEMPLATE_INDEX" val="51"/>
  <p:tag name="KSO_WM_TEMPLATE_CATEGORY" val="custom"/>
  <p:tag name="KSO_WM_UNIT_ID" val="custom51_2*l_h_f*1_1_1"/>
  <p:tag name="KSO_WM_DIAGRAM_GROUP_CODE" val="l1-1"/>
  <p:tag name="KSO_WM_DIAGRAM_COLOR_TRICK" val="1"/>
  <p:tag name="KSO_WM_DIAGRAM_COLOR_TEXT_CAN_REMOVE" val="n"/>
  <p:tag name="KSO_WM_UNIT_LAYERLEVEL" val="1_1_1"/>
  <p:tag name="KSO_WM_DIAGRAM_VIRTUALLY_FRAME" val="{&quot;height&quot;:465.20566929133855,&quot;left&quot;:437.55,&quot;top&quot;:76.9,&quot;width&quot;:489.65}"/>
</p:tagLst>
</file>

<file path=ppt/tags/tag139.xml><?xml version="1.0" encoding="utf-8"?>
<p:tagLst xmlns:p="http://schemas.openxmlformats.org/presentationml/2006/main">
  <p:tag name="KSO_WM_DIAGRAM_GROUP_CODE" val="l1-1"/>
  <p:tag name="KSO_WM_DIAGRAM_COLOR_TRICK" val="1"/>
  <p:tag name="KSO_WM_DIAGRAM_COLOR_TEXT_CAN_REMOVE" val="n"/>
  <p:tag name="KSO_WM_UNIT_ID" val="custom51_2**"/>
  <p:tag name="KSO_WM_BEAUTIFY_FLAG" val="#wm#"/>
  <p:tag name="KSO_WM_TAG_VERSION" val="3.0"/>
  <p:tag name="KSO_WM_UNIT_LAYERLEVEL" val="1"/>
  <p:tag name="KSO_WM_TEMPLATE_INDEX" val="51"/>
  <p:tag name="KSO_WM_TEMPLATE_CATEGORY" val="custom"/>
</p:tagLst>
</file>

<file path=ppt/tags/tag140.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INDEX" val="51"/>
  <p:tag name="KSO_WM_TEMPLATE_CATEGORY" val="custom"/>
  <p:tag name="KSO_WM_UNIT_ID" val="custom51_2*j*1"/>
  <p:tag name="KSO_WM_DIAGRAM_GROUP_CODE" val="l1-1"/>
  <p:tag name="KSO_WM_DIAGRAM_COLOR_TRICK" val="1"/>
  <p:tag name="KSO_WM_DIAGRAM_COLOR_TEXT_CAN_REMOVE" val="n"/>
  <p:tag name="KSO_WM_UNIT_LAYERLEVEL" val="1"/>
</p:tagLst>
</file>

<file path=ppt/tags/tag141.xml><?xml version="1.0" encoding="utf-8"?>
<p:tagLst xmlns:p="http://schemas.openxmlformats.org/presentationml/2006/main">
  <p:tag name="KSO_WM_SLIDE_TYPE" val="contents"/>
  <p:tag name="KSO_WM_TEMPLATE_SUBCATEGORY" val="29"/>
  <p:tag name="KSO_WM_TEMPLATE_COLOR_TYPE" val="0"/>
  <p:tag name="KSO_WM_TAG_VERSION" val="3.0"/>
  <p:tag name="KSO_WM_TEMPLATE_PLACEHOLDER_POS" val="336,60,960,540"/>
  <p:tag name="KSO_WM_TEMPLATE_PLACEHOLDER_POS2" val="336,144.033,960,540"/>
  <p:tag name="KSO_WM_SLIDE_SUBTYPE" val="diag"/>
  <p:tag name="KSO_WM_SLIDE_ITEM_CNT" val="5"/>
  <p:tag name="KSO_WM_TEMPLATE_MULTLINE_DIAGRAM" val="1"/>
  <p:tag name="KSO_WM_TEMPLATE_INDEX" val="51"/>
  <p:tag name="KSO_WM_SLIDE_THEME_ID" val="20231603"/>
  <p:tag name="KSO_WM_SLIDE_INDEX" val="2"/>
  <p:tag name="KSO_WM_BEAUTIFY_FLAG" val="#wm#"/>
  <p:tag name="KSO_WM_TEMPLATE_CATEGORY" val="custom"/>
  <p:tag name="KSO_WM_ASSEMBLE_CHIP_INDEX" val="diag"/>
  <p:tag name="KSO_WM_DIAGRAM_GROUP_CODE" val="l1-1"/>
  <p:tag name="KSO_WM_SLIDE_ID" val="custom51_2"/>
  <p:tag name="KSO_WM_SLIDE_LAYOUT" val="_a_b_i_j_l"/>
  <p:tag name="KSO_WM_SLIDE_LAYOUT_CNT" val="2_1_1_1_1_1"/>
</p:tagLst>
</file>

<file path=ppt/tags/tag142.xml><?xml version="1.0" encoding="utf-8"?>
<p:tagLst xmlns:p="http://schemas.openxmlformats.org/presentationml/2006/main">
  <p:tag name="KSO_WM_UNIT_TYPE" val="a"/>
  <p:tag name="KSO_WM_UNIT_INDEX" val="1"/>
  <p:tag name="KSO_WM_BEAUTIFY_FLAG" val="#wm#"/>
  <p:tag name="KSO_WM_TAG_VERSION" val="3.0"/>
  <p:tag name="KSO_WM_TEMPLATE_INDEX" val="51"/>
  <p:tag name="KSO_WM_TEMPLATE_CATEGORY" val="custom"/>
  <p:tag name="KSO_WM_UNIT_ID" val="custom51_3*a*1"/>
  <p:tag name="KSO_WM_UNIT_LAYERLEVEL" val="1"/>
</p:tagLst>
</file>

<file path=ppt/tags/tag143.xml><?xml version="1.0" encoding="utf-8"?>
<p:tagLst xmlns:p="http://schemas.openxmlformats.org/presentationml/2006/main">
  <p:tag name="KSO_WM_UNIT_ID" val="custom51_3**"/>
  <p:tag name="KSO_WM_BEAUTIFY_FLAG" val="#wm#"/>
  <p:tag name="KSO_WM_TAG_VERSION" val="3.0"/>
  <p:tag name="KSO_WM_UNIT_LAYERLEVEL" val="1"/>
  <p:tag name="KSO_WM_TEMPLATE_INDEX" val="51"/>
  <p:tag name="KSO_WM_TEMPLATE_CATEGORY" val="custom"/>
</p:tagLst>
</file>

<file path=ppt/tags/tag144.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INDEX" val="51"/>
  <p:tag name="KSO_WM_TEMPLATE_CATEGORY" val="custom"/>
  <p:tag name="KSO_WM_UNIT_ID" val="custom51_3*j*1"/>
  <p:tag name="KSO_WM_UNIT_LAYERLEVEL" val="1"/>
</p:tagLst>
</file>

<file path=ppt/tags/tag145.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60,960,540"/>
  <p:tag name="KSO_WM_SLIDE_SUBTYPE" val="pureTxt"/>
  <p:tag name="KSO_WM_SLIDE_ITEM_CNT" val="0"/>
  <p:tag name="KSO_WM_TEMPLATE_INDEX" val="51"/>
  <p:tag name="KSO_WM_SLIDE_THEME_ID" val="20235747"/>
  <p:tag name="KSO_WM_SLIDE_INDEX" val="3"/>
  <p:tag name="KSO_WM_BEAUTIFY_FLAG" val="#wm#"/>
  <p:tag name="KSO_WM_TEMPLATE_CATEGORY" val="custom"/>
  <p:tag name="KSO_WM_SLIDE_ID" val="custom51_3"/>
  <p:tag name="KSO_WM_SLIDE_LAYOUT" val="_a_j"/>
  <p:tag name="KSO_WM_SLIDE_LAYOUT_CNT" val="1_1_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1930_1*i*1"/>
  <p:tag name="KSO_WM_TEMPLATE_CATEGORY" val="custom"/>
  <p:tag name="KSO_WM_TEMPLATE_INDEX" val="20231930"/>
  <p:tag name="KSO_WM_UNIT_LAYERLEVEL" val="1"/>
  <p:tag name="KSO_WM_TAG_VERSION" val="3.0"/>
  <p:tag name="KSO_WM_BEAUTIFY_FLAG" val="#wm#"/>
  <p:tag name="KSO_WM_DIAGRAM_GROUP_CODE" val="l1-1"/>
</p:tagLst>
</file>

<file path=ppt/tags/tag14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1930_1*i*2"/>
  <p:tag name="KSO_WM_TEMPLATE_CATEGORY" val="custom"/>
  <p:tag name="KSO_WM_TEMPLATE_INDEX" val="20231930"/>
  <p:tag name="KSO_WM_UNIT_LAYERLEVEL" val="1"/>
  <p:tag name="KSO_WM_TAG_VERSION" val="3.0"/>
  <p:tag name="KSO_WM_DIAGRAM_GROUP_CODE" val="l1-1"/>
</p:tagLst>
</file>

<file path=ppt/tags/tag14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76_2*l_h_f*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238.35000000000005,&quot;left&quot;:78.65,&quot;top&quot;:146.17503937007874,&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单击此处输入你的项正文，请尽量言简意赅的阐述观点。"/>
</p:tagLst>
</file>

<file path=ppt/tags/tag149.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76_2*l_h_a*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238.35000000000005,&quot;left&quot;:78.65,&quot;top&quot;:146.17503937007874,&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Lst>
</file>

<file path=ppt/tags/tag150.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76_2*l_h_f*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238.35000000000005,&quot;left&quot;:78.65,&quot;top&quot;:146.17503937007874,&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单击此处输入你的项正文，请尽量言简意赅的阐述观点。"/>
</p:tagLst>
</file>

<file path=ppt/tags/tag151.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76_2*l_h_a*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238.35000000000005,&quot;left&quot;:78.65,&quot;top&quot;:146.17503937007874,&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Lst>
</file>

<file path=ppt/tags/tag15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51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51"/>
  <p:tag name="KSO_WM_TEMPLATE_CATEGORY" val="custom"/>
</p:tagLst>
</file>

<file path=ppt/tags/tag153.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746*95.95"/>
  <p:tag name="KSO_WM_SLIDE_POSITION" val="54.8*410.65"/>
  <p:tag name="KSO_WM_SLIDE_LAYOUT" val="a_d_l"/>
  <p:tag name="KSO_WM_SLIDE_LAYOUT_CNT" val="1_1_1"/>
  <p:tag name="KSO_WM_SPECIAL_SOURCE" val="bdnull"/>
  <p:tag name="KSO_WM_TEMPLATE_INDEX" val="20231930"/>
  <p:tag name="KSO_WM_TEMPLATE_SUBCATEGORY" val="0"/>
  <p:tag name="KSO_WM_SLIDE_INDEX" val="1"/>
  <p:tag name="KSO_WM_TAG_VERSION" val="3.0"/>
  <p:tag name="KSO_WM_SLIDE_ID" val="custom20231930_1"/>
  <p:tag name="KSO_WM_SLIDE_ITEM_CNT" val="2"/>
  <p:tag name="KSO_WM_DIAGRAM_GROUP_CODE" val="l1-1"/>
  <p:tag name="KSO_WM_SLIDE_DIAGTYPE" val="l"/>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5_2*l_h_i*1_3_1"/>
  <p:tag name="KSO_WM_TEMPLATE_CATEGORY" val="diagram"/>
  <p:tag name="KSO_WM_TEMPLATE_INDEX" val="20233335"/>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4.54783976397175,&quot;left&quot;:55.17496062992126,&quot;top&quot;:108.1,&quot;width&quot;:850.41425196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5_2*l_h_i*1_2_1"/>
  <p:tag name="KSO_WM_TEMPLATE_CATEGORY" val="diagram"/>
  <p:tag name="KSO_WM_TEMPLATE_INDEX" val="20233335"/>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4.54783976397175,&quot;left&quot;:55.17496062992126,&quot;top&quot;:108.1,&quot;width&quot;:850.41425196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5_2*l_h_i*1_1_1"/>
  <p:tag name="KSO_WM_TEMPLATE_CATEGORY" val="diagram"/>
  <p:tag name="KSO_WM_TEMPLATE_INDEX" val="20233335"/>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84.54783976397175,&quot;left&quot;:55.17496062992126,&quot;top&quot;:108.1,&quot;width&quot;:850.41425196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5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335_2*l_h_f*1_1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4.54783976397175,&quot;left&quot;:55.17496062992126,&quot;top&quot;:108.1,&quot;width&quot;:850.41425196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正文，文字是思想的提炼，请言简意赅的阐述观点，单击此处输入项正文"/>
  <p:tag name="KSO_WM_UNIT_TEXT_FILL_FORE_SCHEMECOLOR_INDEX" val="1"/>
  <p:tag name="KSO_WM_UNIT_TEXT_FILL_TYPE" val="1"/>
  <p:tag name="KSO_WM_UNIT_TEXT_TYPE" val="1"/>
  <p:tag name="KSO_WM_UNIT_TEXT_LAYER_COUNT"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a"/>
  <p:tag name="KSO_WM_UNIT_INDEX" val="1_1_1"/>
  <p:tag name="KSO_WM_UNIT_ID" val="diagram20233335_2*l_h_a*1_1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4"/>
  <p:tag name="KSO_WM_DIAGRAM_MIN_ITEMCNT" val="2"/>
  <p:tag name="KSO_WM_DIAGRAM_VIRTUALLY_FRAME" val="{&quot;height&quot;:384.54783976397175,&quot;left&quot;:55.17496062992126,&quot;top&quot;:108.1,&quot;width&quot;:850.41425196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7"/>
  <p:tag name="KSO_WM_UNIT_PRESET_TEXT" val="单击此处添加&#10;智能图形项标题"/>
  <p:tag name="KSO_WM_UNIT_TEXT_TYPE" val="1"/>
</p:tagLst>
</file>

<file path=ppt/tags/tag15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335_2*l_h_f*1_2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4.54783976397175,&quot;left&quot;:55.17496062992126,&quot;top&quot;:108.1,&quot;width&quot;:850.41425196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正文，文字是思想的提炼，请言简意赅的阐述观点，单击此处输入项正文"/>
  <p:tag name="KSO_WM_UNIT_TEXT_FILL_FORE_SCHEMECOLOR_INDEX" val="1"/>
  <p:tag name="KSO_WM_UNIT_TEXT_FILL_TYPE" val="1"/>
  <p:tag name="KSO_WM_UNIT_TEXT_TYPE" val="1"/>
  <p:tag name="KSO_WM_UNIT_TEXT_LAYER_COUNT"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a"/>
  <p:tag name="KSO_WM_UNIT_INDEX" val="1_2_1"/>
  <p:tag name="KSO_WM_UNIT_ID" val="diagram20233335_2*l_h_a*1_2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4"/>
  <p:tag name="KSO_WM_DIAGRAM_MIN_ITEMCNT" val="2"/>
  <p:tag name="KSO_WM_DIAGRAM_VIRTUALLY_FRAME" val="{&quot;height&quot;:384.54783976397175,&quot;left&quot;:55.17496062992126,&quot;top&quot;:108.1,&quot;width&quot;:850.41425196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7"/>
  <p:tag name="KSO_WM_UNIT_PRESET_TEXT" val="单击此处添加&#10;智能图形项标题"/>
  <p:tag name="KSO_WM_UNIT_TEXT_TYPE" val="1"/>
</p:tagLst>
</file>

<file path=ppt/tags/tag16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335_2*l_h_f*1_3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4.54783976397175,&quot;left&quot;:55.17496062992126,&quot;top&quot;:108.1,&quot;width&quot;:850.41425196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正文，文字是思想的提炼，请言简意赅的阐述观点，单击此处输入项正文"/>
  <p:tag name="KSO_WM_UNIT_TEXT_FILL_FORE_SCHEMECOLOR_INDEX" val="1"/>
  <p:tag name="KSO_WM_UNIT_TEXT_FILL_TYPE" val="1"/>
  <p:tag name="KSO_WM_UNIT_TEXT_TYPE" val="1"/>
  <p:tag name="KSO_WM_UNIT_TEXT_LAYER_COUNT"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a"/>
  <p:tag name="KSO_WM_UNIT_INDEX" val="1_3_1"/>
  <p:tag name="KSO_WM_UNIT_ID" val="diagram20233335_2*l_h_a*1_3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4"/>
  <p:tag name="KSO_WM_DIAGRAM_MIN_ITEMCNT" val="2"/>
  <p:tag name="KSO_WM_DIAGRAM_VIRTUALLY_FRAME" val="{&quot;height&quot;:384.54783976397175,&quot;left&quot;:55.17496062992126,&quot;top&quot;:108.1,&quot;width&quot;:850.41425196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7"/>
  <p:tag name="KSO_WM_UNIT_PRESET_TEXT" val="单击此处添加&#10;智能图形项标题"/>
  <p:tag name="KSO_WM_UNIT_TEXT_TYPE" val="1"/>
</p:tagLst>
</file>

<file path=ppt/tags/tag16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51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51"/>
  <p:tag name="KSO_WM_TEMPLATE_CATEGORY" val="custom"/>
</p:tagLst>
</file>

<file path=ppt/tags/tag164.xml><?xml version="1.0" encoding="utf-8"?>
<p:tagLst xmlns:p="http://schemas.openxmlformats.org/presentationml/2006/main">
  <p:tag name="KSO_WM_SLIDE_ID" val="diagram20233335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3335"/>
  <p:tag name="KSO_WM_SLIDE_TYPE" val="text"/>
  <p:tag name="KSO_WM_SLIDE_SUBTYPE" val="diag"/>
  <p:tag name="KSO_WM_SLIDE_SIZE" val="849.95*352.7"/>
  <p:tag name="KSO_WM_SLIDE_POSITION" val="54.75*140.35"/>
  <p:tag name="KSO_WM_SLIDE_LAYOUT" val="a_l"/>
  <p:tag name="KSO_WM_SLIDE_LAYOUT_CNT" val="1_1"/>
  <p:tag name="KSO_WM_SPECIAL_SOURCE" val="bdnull"/>
  <p:tag name="KSO_WM_DIAGRAM_GROUP_CODE" val="l1-1"/>
  <p:tag name="KSO_WM_SLIDE_DIAGTYPE" val="l"/>
</p:tagLst>
</file>

<file path=ppt/tags/tag165.xml><?xml version="1.0" encoding="utf-8"?>
<p:tagLst xmlns:p="http://schemas.openxmlformats.org/presentationml/2006/main">
  <p:tag name="KSO_WM_UNIT_TYPE" val="a"/>
  <p:tag name="KSO_WM_UNIT_INDEX" val="1"/>
  <p:tag name="KSO_WM_BEAUTIFY_FLAG" val="#wm#"/>
  <p:tag name="KSO_WM_TAG_VERSION" val="3.0"/>
  <p:tag name="KSO_WM_TEMPLATE_INDEX" val="51"/>
  <p:tag name="KSO_WM_TEMPLATE_CATEGORY" val="custom"/>
  <p:tag name="KSO_WM_UNIT_ID" val="custom51_3*a*1"/>
  <p:tag name="KSO_WM_UNIT_LAYERLEVEL" val="1"/>
</p:tagLst>
</file>

<file path=ppt/tags/tag166.xml><?xml version="1.0" encoding="utf-8"?>
<p:tagLst xmlns:p="http://schemas.openxmlformats.org/presentationml/2006/main">
  <p:tag name="KSO_WM_UNIT_ID" val="custom51_3**"/>
  <p:tag name="KSO_WM_BEAUTIFY_FLAG" val="#wm#"/>
  <p:tag name="KSO_WM_TAG_VERSION" val="3.0"/>
  <p:tag name="KSO_WM_UNIT_LAYERLEVEL" val="1"/>
  <p:tag name="KSO_WM_TEMPLATE_INDEX" val="51"/>
  <p:tag name="KSO_WM_TEMPLATE_CATEGORY" val="custom"/>
</p:tagLst>
</file>

<file path=ppt/tags/tag167.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INDEX" val="51"/>
  <p:tag name="KSO_WM_TEMPLATE_CATEGORY" val="custom"/>
  <p:tag name="KSO_WM_UNIT_ID" val="custom51_3*j*1"/>
  <p:tag name="KSO_WM_UNIT_LAYERLEVEL"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3_2"/>
  <p:tag name="KSO_WM_TEMPLATE_CATEGORY" val="diagram"/>
  <p:tag name="KSO_WM_TEMPLATE_INDEX" val="20233337"/>
  <p:tag name="KSO_WM_UNIT_LAYERLEVEL" val="1_1_1"/>
  <p:tag name="KSO_WM_TAG_VERSION" val="3.0"/>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3"/>
  <p:tag name="KSO_WM_DIAGRAM_VIRTUALLY_FRAME" val="{&quot;height&quot;:386.2895275590551,&quot;left&quot;:28.75,&quot;top&quot;:118.42590551181101,&quot;width&quot;:924.6114173228347}"/>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Lst>
</file>

<file path=ppt/tags/tag169.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60,960,540"/>
  <p:tag name="KSO_WM_SLIDE_SUBTYPE" val="pureTxt"/>
  <p:tag name="KSO_WM_SLIDE_ITEM_CNT" val="0"/>
  <p:tag name="KSO_WM_TEMPLATE_INDEX" val="51"/>
  <p:tag name="KSO_WM_SLIDE_THEME_ID" val="20235747"/>
  <p:tag name="KSO_WM_SLIDE_INDEX" val="3"/>
  <p:tag name="KSO_WM_BEAUTIFY_FLAG" val="#wm#"/>
  <p:tag name="KSO_WM_TEMPLATE_CATEGORY" val="custom"/>
  <p:tag name="KSO_WM_SLIDE_ID" val="custom51_3"/>
  <p:tag name="KSO_WM_SLIDE_LAYOUT" val="_a_j"/>
  <p:tag name="KSO_WM_SLIDE_LAYOUT_CNT" val="1_1_1"/>
</p:tagLst>
</file>

<file path=ppt/tags/tag170.xml><?xml version="1.0" encoding="utf-8"?>
<p:tagLst xmlns:p="http://schemas.openxmlformats.org/presentationml/2006/main">
  <p:tag name="KSO_WM_UNIT_VALUE" val="952*3384"/>
  <p:tag name="KSO_WM_UNIT_HIGHLIGHT" val="0"/>
  <p:tag name="KSO_WM_UNIT_COMPATIBLE" val="0"/>
  <p:tag name="KSO_WM_UNIT_DIAGRAM_ISNUMVISUAL" val="0"/>
  <p:tag name="KSO_WM_UNIT_DIAGRAM_ISREFERUNIT" val="0"/>
  <p:tag name="KSO_WM_UNIT_TYPE" val="d"/>
  <p:tag name="KSO_WM_UNIT_INDEX" val="1"/>
  <p:tag name="KSO_WM_UNIT_ID" val="custom20232484_1*d*1"/>
  <p:tag name="KSO_WM_TEMPLATE_CATEGORY" val="custom"/>
  <p:tag name="KSO_WM_TEMPLATE_INDEX" val="20232484"/>
  <p:tag name="KSO_WM_UNIT_LAYERLEVEL" val="1"/>
  <p:tag name="KSO_WM_TAG_VERSION" val="3.0"/>
  <p:tag name="KSO_WM_BEAUTIFY_FLAG" val="#wm#"/>
  <p:tag name="KSO_WM_DIAGRAM_GROUP_CODE" val="l1-1"/>
  <p:tag name="KSO_WM_UNIT_LINE_FORE_SCHEMECOLOR_INDEX" val="1"/>
  <p:tag name="KSO_WM_UNIT_LINE_FILL_TYPE" val="2"/>
  <p:tag name="KSO_WM_UNIT_USESOURCEFORMAT_APPLY" val="1"/>
  <p:tag name="KSO_WM_UNIT_PICTURE_SUBTYPE" val="a"/>
  <p:tag name="MH_PIC_SOURCE_TYPE" val="ai_match*VCG211370296884**1749036534735_137.79_aefcdbfa18ab-slide-2"/>
</p:tagLst>
</file>

<file path=ppt/tags/tag17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2484_1*i*1"/>
  <p:tag name="KSO_WM_TEMPLATE_CATEGORY" val="custom"/>
  <p:tag name="KSO_WM_TEMPLATE_INDEX" val="20232484"/>
  <p:tag name="KSO_WM_UNIT_LAYERLEVEL" val="1"/>
  <p:tag name="KSO_WM_TAG_VERSION" val="3.0"/>
  <p:tag name="KSO_WM_UNIT_FILL_FORE_SCHEMECOLOR_INDEX" val="2"/>
  <p:tag name="KSO_WM_UNIT_FILL_TYPE" val="1"/>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1"/>
</p:tagLst>
</file>

<file path=ppt/tags/tag17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2484_1*a*1"/>
  <p:tag name="KSO_WM_TEMPLATE_CATEGORY" val="custom"/>
  <p:tag name="KSO_WM_TEMPLATE_INDEX" val="20232484"/>
  <p:tag name="KSO_WM_UNIT_LAYERLEVEL" val="1"/>
  <p:tag name="KSO_WM_TAG_VERSION" val="3.0"/>
  <p:tag name="KSO_WM_BEAUTIFY_FLAG" val="#wm#"/>
  <p:tag name="KSO_WM_DIAGRAM_GROUP_CODE" val="l1-1"/>
  <p:tag name="KSO_WM_UNIT_USESOURCEFORMAT_APPLY" val="1"/>
  <p:tag name="KSO_WM_UNIT_PRESET_TEXT" val="单击此处添加标题"/>
  <p:tag name="KSO_WM_UNIT_TEXT_TYPE" val="1"/>
</p:tagLst>
</file>

<file path=ppt/tags/tag17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76_2*l_h_f*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20.25,&quot;top&quot;:340.60007874015747,&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单击此处输入你的项正文，请尽量言简意赅的阐述观点。"/>
</p:tagLst>
</file>

<file path=ppt/tags/tag17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76_2*l_h_a*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20.25,&quot;top&quot;:340.60007874015747,&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Lst>
</file>

<file path=ppt/tags/tag17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76_2*l_h_f*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20.25,&quot;top&quot;:340.60007874015747,&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单击此处输入你的项正文，请尽量言简意赅的阐述观点。"/>
</p:tagLst>
</file>

<file path=ppt/tags/tag17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76_2*l_h_a*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20.25,&quot;top&quot;:340.60007874015747,&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Lst>
</file>

<file path=ppt/tags/tag177.xml><?xml version="1.0" encoding="utf-8"?>
<p:tagLst xmlns:p="http://schemas.openxmlformats.org/presentationml/2006/main">
  <p:tag name="KSO_WM_SLIDE_ID" val="custom20232484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2484"/>
  <p:tag name="KSO_WM_SLIDE_TYPE" val="text"/>
  <p:tag name="KSO_WM_SLIDE_SUBTYPE" val="picTxt"/>
  <p:tag name="KSO_WM_SLIDE_SIZE" val="746*95.95"/>
  <p:tag name="KSO_WM_SLIDE_POSITION" val="120.25*376.775"/>
  <p:tag name="KSO_WM_SLIDE_LAYOUT" val="a_d_l"/>
  <p:tag name="KSO_WM_SLIDE_LAYOUT_CNT" val="1_1_1"/>
  <p:tag name="KSO_WM_SPECIAL_SOURCE" val="bdnull"/>
  <p:tag name="KSO_WM_DIAGRAM_GROUP_CODE" val="l1-1"/>
  <p:tag name="KSO_WM_SLIDE_DIAGTYPE" val="l"/>
</p:tagLst>
</file>

<file path=ppt/tags/tag17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973_3*l_h_i*1_1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30.5999545264056,&quot;left&quot;:54.85,&quot;top&quot;:131.9000454735944,&quot;width&quot;:850.4000787401576}"/>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Lst>
</file>

<file path=ppt/tags/tag17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73_3*l_h_f*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30.5999545264056,&quot;left&quot;:54.85,&quot;top&quot;:131.9000454735944,&quot;width&quot;:850.40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5"/>
  <p:tag name="KSO_WM_UNIT_TEXT_TYPE" val="1"/>
  <p:tag name="KSO_WM_UNIT_TEXT_LAYER_COUNT" val="1"/>
  <p:tag name="KSO_WM_UNIT_PRESET_TEXT" val="单击此处添加文本具体内容，简明扼要地阐述您的观点。根据需要可酌情增减文字内容"/>
  <p:tag name="KSO_WM_UNIT_TEXT_FILL_FORE_SCHEMECOLOR_INDEX" val="1"/>
  <p:tag name="KSO_WM_UNIT_TEXT_FILL_TYPE" val="1"/>
</p:tagLst>
</file>

<file path=ppt/tags/tag18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73_3*l_h_i*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30.5999545264056,&quot;left&quot;:54.85,&quot;top&quot;:131.9000454735944,&quot;width&quot;:850.40007874015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1"/>
  <p:tag name="KSO_WM_UNIT_FILL_TYPE" val="1"/>
  <p:tag name="KSO_WM_UNIT_FILL_FORE_SCHEMECOLOR_INDEX" val="5"/>
  <p:tag name="KSO_WM_UNIT_FILL_FORE_SCHEMECOLOR_INDEX_BRIGHTNESS" val="0"/>
</p:tagLst>
</file>

<file path=ppt/tags/tag18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1973_3*l_h_i*1_2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30.5999545264056,&quot;left&quot;:54.85,&quot;top&quot;:131.9000454735944,&quot;width&quot;:850.4000787401576}"/>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Lst>
</file>

<file path=ppt/tags/tag18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73_3*l_h_f*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30.5999545264056,&quot;left&quot;:54.85,&quot;top&quot;:131.9000454735944,&quot;width&quot;:850.40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5"/>
  <p:tag name="KSO_WM_UNIT_TEXT_TYPE" val="1"/>
  <p:tag name="KSO_WM_UNIT_TEXT_LAYER_COUNT" val="1"/>
  <p:tag name="KSO_WM_UNIT_PRESET_TEXT" val="单击此处添加文本具体内容，简明扼要地阐述您的观点。根据需要可酌情增减文字内容"/>
  <p:tag name="KSO_WM_UNIT_TEXT_FILL_FORE_SCHEMECOLOR_INDEX" val="1"/>
  <p:tag name="KSO_WM_UNIT_TEXT_FILL_TYPE" val="1"/>
</p:tagLst>
</file>

<file path=ppt/tags/tag18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73_3*l_h_i*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30.5999545264056,&quot;left&quot;:54.85,&quot;top&quot;:131.9000454735944,&quot;width&quot;:850.40007874015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2"/>
  <p:tag name="KSO_WM_UNIT_FILL_TYPE" val="1"/>
  <p:tag name="KSO_WM_UNIT_FILL_FORE_SCHEMECOLOR_INDEX" val="5"/>
  <p:tag name="KSO_WM_UNIT_FILL_FORE_SCHEMECOLOR_INDEX_BRIGHTNESS" val="0"/>
</p:tagLst>
</file>

<file path=ppt/tags/tag18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73_3*l_h_i*1_1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30.5999545264056,&quot;left&quot;:54.85,&quot;top&quot;:131.9000454735944,&quot;width&quot;:850.4000787401576}"/>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Lst>
</file>

<file path=ppt/tags/tag18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73_3*l_h_i*1_2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30.5999545264056,&quot;left&quot;:54.85,&quot;top&quot;:131.9000454735944,&quot;width&quot;:850.4000787401576}"/>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Lst>
</file>

<file path=ppt/tags/tag18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73_3*l_h_a*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30.5999545264056,&quot;left&quot;:54.85,&quot;top&quot;:131.9000454735944,&quot;width&quot;:850.40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
  <p:tag name="KSO_WM_UNIT_TEXT_TYPE" val="1"/>
  <p:tag name="KSO_WM_UNIT_PRESET_TEXT" val="添加标题"/>
  <p:tag name="KSO_WM_UNIT_TEXT_FILL_FORE_SCHEMECOLOR_INDEX" val="1"/>
  <p:tag name="KSO_WM_UNIT_TEXT_FILL_TYPE" val="1"/>
</p:tagLst>
</file>

<file path=ppt/tags/tag187.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73_3*l_h_a*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30.5999545264056,&quot;left&quot;:54.85,&quot;top&quot;:131.9000454735944,&quot;width&quot;:850.40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Lst>
</file>

<file path=ppt/tags/tag18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51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51"/>
  <p:tag name="KSO_WM_TEMPLATE_CATEGORY" val="custom"/>
</p:tagLst>
</file>

<file path=ppt/tags/tag189.xml><?xml version="1.0" encoding="utf-8"?>
<p:tagLst xmlns:p="http://schemas.openxmlformats.org/presentationml/2006/main">
  <p:tag name="KSO_WM_SLIDE_ID" val="diagram20231973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850.35*326.55"/>
  <p:tag name="KSO_WM_SLIDE_POSITION" val="54.85*131.9"/>
  <p:tag name="KSO_WM_DIAGRAM_GROUP_CODE" val="l1-1"/>
  <p:tag name="KSO_WM_SLIDE_DIAGTYPE" val="l"/>
  <p:tag name="KSO_WM_TAG_VERSION" val="3.0"/>
  <p:tag name="KSO_WM_BEAUTIFY_FLAG" val="#wm#"/>
  <p:tag name="KSO_WM_TEMPLATE_CATEGORY" val="diagram"/>
  <p:tag name="KSO_WM_TEMPLATE_INDEX" val="20231973"/>
  <p:tag name="KSO_WM_SLIDE_LAYOUT" val="a_l"/>
  <p:tag name="KSO_WM_SLIDE_LAYOUT_CNT" val="1_1"/>
  <p:tag name="KSO_WM_SPECIAL_SOURCE" val="bdnull"/>
</p:tagLst>
</file>

<file path=ppt/tags/tag19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337_2*l_h_f*1_1_1"/>
  <p:tag name="KSO_WM_TEMPLATE_CATEGORY" val="diagram"/>
  <p:tag name="KSO_WM_TEMPLATE_INDEX" val="20233337"/>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以便观者理解您传达的思想。"/>
  <p:tag name="KSO_WM_UNIT_TEXT_FILL_FORE_SCHEMECOLOR_INDEX" val="1"/>
  <p:tag name="KSO_WM_UNIT_TEXT_FILL_TYPE" val="1"/>
</p:tagLst>
</file>

<file path=ppt/tags/tag19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337_2*l_h_a*1_1_1"/>
  <p:tag name="KSO_WM_TEMPLATE_CATEGORY" val="diagram"/>
  <p:tag name="KSO_WM_TEMPLATE_INDEX" val="2023333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3337_2*l_h_i*1_1_1"/>
  <p:tag name="KSO_WM_TEMPLATE_CATEGORY" val="diagram"/>
  <p:tag name="KSO_WM_TEMPLATE_INDEX" val="20233337"/>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Lst>
</file>

<file path=ppt/tags/tag19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337_2*l_h_f*1_2_1"/>
  <p:tag name="KSO_WM_TEMPLATE_CATEGORY" val="diagram"/>
  <p:tag name="KSO_WM_TEMPLATE_INDEX" val="20233337"/>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内容观点，以便观者准确地理解您传达的思想。"/>
  <p:tag name="KSO_WM_UNIT_TEXT_FILL_FORE_SCHEMECOLOR_INDEX" val="1"/>
  <p:tag name="KSO_WM_UNIT_TEXT_FILL_TYPE" val="1"/>
</p:tagLst>
</file>

<file path=ppt/tags/tag19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337_2*l_h_a*1_2_1"/>
  <p:tag name="KSO_WM_TEMPLATE_CATEGORY" val="diagram"/>
  <p:tag name="KSO_WM_TEMPLATE_INDEX" val="2023333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3337_2*l_h_i*1_2_1"/>
  <p:tag name="KSO_WM_TEMPLATE_CATEGORY" val="diagram"/>
  <p:tag name="KSO_WM_TEMPLATE_INDEX" val="20233337"/>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Lst>
</file>

<file path=ppt/tags/tag19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337_2*l_h_f*1_3_1"/>
  <p:tag name="KSO_WM_TEMPLATE_CATEGORY" val="diagram"/>
  <p:tag name="KSO_WM_TEMPLATE_INDEX" val="20233337"/>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以便观者理解您传达的思想。"/>
  <p:tag name="KSO_WM_UNIT_TEXT_FILL_FORE_SCHEMECOLOR_INDEX" val="1"/>
  <p:tag name="KSO_WM_UNIT_TEXT_FILL_TYPE" val="1"/>
</p:tagLst>
</file>

<file path=ppt/tags/tag19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337_2*l_h_a*1_3_1"/>
  <p:tag name="KSO_WM_TEMPLATE_CATEGORY" val="diagram"/>
  <p:tag name="KSO_WM_TEMPLATE_INDEX" val="2023333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3337_2*l_h_i*1_3_1"/>
  <p:tag name="KSO_WM_TEMPLATE_CATEGORY" val="diagram"/>
  <p:tag name="KSO_WM_TEMPLATE_INDEX" val="20233337"/>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Lst>
</file>

<file path=ppt/tags/tag19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3337_2*l_h_f*1_4_1"/>
  <p:tag name="KSO_WM_TEMPLATE_CATEGORY" val="diagram"/>
  <p:tag name="KSO_WM_TEMPLATE_INDEX" val="20233337"/>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内容观点，以便观者准确地理解您传达的思想。"/>
  <p:tag name="KSO_WM_UNIT_TEXT_FILL_FORE_SCHEMECOLOR_INDEX" val="1"/>
  <p:tag name="KSO_WM_UNIT_TEXT_FILL_TYPE" val="1"/>
</p:tagLst>
</file>

<file path=ppt/tags/tag20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3337_2*l_h_a*1_4_1"/>
  <p:tag name="KSO_WM_TEMPLATE_CATEGORY" val="diagram"/>
  <p:tag name="KSO_WM_TEMPLATE_INDEX" val="2023333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diagram20233337_2*l_h_i*1_4_1"/>
  <p:tag name="KSO_WM_TEMPLATE_CATEGORY" val="diagram"/>
  <p:tag name="KSO_WM_TEMPLATE_INDEX" val="20233337"/>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2_2"/>
  <p:tag name="KSO_WM_TEMPLATE_CATEGORY" val="diagram"/>
  <p:tag name="KSO_WM_TEMPLATE_INDEX" val="20233337"/>
  <p:tag name="KSO_WM_UNIT_LAYERLEVEL" val="1_1_1"/>
  <p:tag name="KSO_WM_TAG_VERSION" val="3.0"/>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3_2"/>
  <p:tag name="KSO_WM_TEMPLATE_CATEGORY" val="diagram"/>
  <p:tag name="KSO_WM_TEMPLATE_INDEX" val="20233337"/>
  <p:tag name="KSO_WM_UNIT_LAYERLEVEL" val="1_1_1"/>
  <p:tag name="KSO_WM_TAG_VERSION" val="3.0"/>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4_2"/>
  <p:tag name="KSO_WM_TEMPLATE_CATEGORY" val="diagram"/>
  <p:tag name="KSO_WM_TEMPLATE_INDEX" val="20233337"/>
  <p:tag name="KSO_WM_UNIT_LAYERLEVEL" val="1_1_1"/>
  <p:tag name="KSO_WM_TAG_VERSION" val="3.0"/>
  <p:tag name="KSO_WM_UNIT_TYPE" val="l_h_i"/>
  <p:tag name="KSO_WM_UNIT_INDEX" val="1_4_2"/>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7_2*l_h_d*1_1_1"/>
  <p:tag name="KSO_WM_TEMPLATE_CATEGORY" val="diagram"/>
  <p:tag name="KSO_WM_TEMPLATE_INDEX" val="20233337"/>
  <p:tag name="KSO_WM_UNIT_LAYERLEVEL" val="1_1_1"/>
  <p:tag name="KSO_WM_TAG_VERSION" val="3.0"/>
  <p:tag name="KSO_WM_UNIT_VALUE" val="360*600"/>
  <p:tag name="KSO_WM_DIAGRAM_GROUP_CODE" val="l1-1"/>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ai_match*VCG211378960943**1749036534735_137.79_aefcdbfa18ab-slide-3"/>
</p:tagLst>
</file>

<file path=ppt/tags/tag20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51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51"/>
  <p:tag name="KSO_WM_TEMPLATE_CATEGORY" val="custo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4_2"/>
  <p:tag name="KSO_WM_TEMPLATE_CATEGORY" val="diagram"/>
  <p:tag name="KSO_WM_TEMPLATE_INDEX" val="20233337"/>
  <p:tag name="KSO_WM_UNIT_LAYERLEVEL" val="1_1_1"/>
  <p:tag name="KSO_WM_TAG_VERSION" val="3.0"/>
  <p:tag name="KSO_WM_UNIT_TYPE" val="l_h_i"/>
  <p:tag name="KSO_WM_UNIT_INDEX" val="1_4_2"/>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diagram20233337_2*l_h_i*1_4_1"/>
  <p:tag name="KSO_WM_TEMPLATE_CATEGORY" val="diagram"/>
  <p:tag name="KSO_WM_TEMPLATE_INDEX" val="20233337"/>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Lst>
</file>

<file path=ppt/tags/tag20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3337_2*l_h_a*1_4_1"/>
  <p:tag name="KSO_WM_TEMPLATE_CATEGORY" val="diagram"/>
  <p:tag name="KSO_WM_TEMPLATE_INDEX" val="2023333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Lst>
</file>

<file path=ppt/tags/tag21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3337_2*l_h_f*1_4_1"/>
  <p:tag name="KSO_WM_TEMPLATE_CATEGORY" val="diagram"/>
  <p:tag name="KSO_WM_TEMPLATE_INDEX" val="20233337"/>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64.3395275590551,&quot;left&quot;:28.75,&quot;top&quot;:140.37590551181103,&quot;width&quot;:924.61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内容观点，以便观者准确地理解您传达的思想。"/>
  <p:tag name="KSO_WM_UNIT_TEXT_FILL_FORE_SCHEMECOLOR_INDEX" val="1"/>
  <p:tag name="KSO_WM_UNIT_TEXT_FILL_TYPE" val="1"/>
</p:tagLst>
</file>

<file path=ppt/tags/tag211.xml><?xml version="1.0" encoding="utf-8"?>
<p:tagLst xmlns:p="http://schemas.openxmlformats.org/presentationml/2006/main">
  <p:tag name="KSO_WM_SLIDE_ID" val="diagram20233337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diagram"/>
  <p:tag name="KSO_WM_TEMPLATE_INDEX" val="20233337"/>
  <p:tag name="KSO_WM_SLIDE_TYPE" val="text"/>
  <p:tag name="KSO_WM_SLIDE_SUBTYPE" val="diag"/>
  <p:tag name="KSO_WM_SLIDE_SIZE" val="850.483*348.597"/>
  <p:tag name="KSO_WM_SLIDE_POSITION" val="54.8*141.874"/>
  <p:tag name="KSO_WM_SLIDE_LAYOUT" val="a_l"/>
  <p:tag name="KSO_WM_SLIDE_LAYOUT_CNT" val="1_1"/>
  <p:tag name="KSO_WM_SPECIAL_SOURCE" val="bdnull"/>
  <p:tag name="KSO_WM_DIAGRAM_GROUP_CODE" val="l1-1"/>
  <p:tag name="KSO_WM_SLIDE_DIAGTYPE" val="l"/>
</p:tagLst>
</file>

<file path=ppt/tags/tag21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51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51"/>
  <p:tag name="KSO_WM_TEMPLATE_CATEGORY" val="custom"/>
</p:tagLst>
</file>

<file path=ppt/tags/tag213.xml><?xml version="1.0" encoding="utf-8"?>
<p:tagLst xmlns:p="http://schemas.openxmlformats.org/presentationml/2006/main">
  <p:tag name="KSO_WM_SLIDE_ID" val="diagram20233337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diagram"/>
  <p:tag name="KSO_WM_TEMPLATE_INDEX" val="20233337"/>
  <p:tag name="KSO_WM_SLIDE_TYPE" val="text"/>
  <p:tag name="KSO_WM_SLIDE_SUBTYPE" val="diag"/>
  <p:tag name="KSO_WM_SLIDE_SIZE" val="850.483*348.597"/>
  <p:tag name="KSO_WM_SLIDE_POSITION" val="54.8*141.874"/>
  <p:tag name="KSO_WM_SLIDE_LAYOUT" val="a_l"/>
  <p:tag name="KSO_WM_SLIDE_LAYOUT_CNT" val="1_1"/>
  <p:tag name="KSO_WM_SPECIAL_SOURCE" val="bdnull"/>
  <p:tag name="KSO_WM_DIAGRAM_GROUP_CODE" val="l1-1"/>
  <p:tag name="KSO_WM_SLIDE_DIAGTYPE" val="l"/>
</p:tagLst>
</file>

<file path=ppt/tags/tag214.xml><?xml version="1.0" encoding="utf-8"?>
<p:tagLst xmlns:p="http://schemas.openxmlformats.org/presentationml/2006/main">
  <p:tag name="KSO_WM_UNIT_TYPE" val="a"/>
  <p:tag name="KSO_WM_UNIT_INDEX" val="1"/>
  <p:tag name="KSO_WM_BEAUTIFY_FLAG" val="#wm#"/>
  <p:tag name="KSO_WM_TAG_VERSION" val="3.0"/>
  <p:tag name="KSO_WM_TEMPLATE_INDEX" val="51"/>
  <p:tag name="KSO_WM_TEMPLATE_CATEGORY" val="custom"/>
  <p:tag name="KSO_WM_UNIT_ID" val="custom51_3*a*1"/>
  <p:tag name="KSO_WM_UNIT_LAYERLEVEL" val="1"/>
</p:tagLst>
</file>

<file path=ppt/tags/tag215.xml><?xml version="1.0" encoding="utf-8"?>
<p:tagLst xmlns:p="http://schemas.openxmlformats.org/presentationml/2006/main">
  <p:tag name="KSO_WM_UNIT_ID" val="custom51_3**"/>
  <p:tag name="KSO_WM_BEAUTIFY_FLAG" val="#wm#"/>
  <p:tag name="KSO_WM_TAG_VERSION" val="3.0"/>
  <p:tag name="KSO_WM_UNIT_LAYERLEVEL" val="1"/>
  <p:tag name="KSO_WM_TEMPLATE_INDEX" val="51"/>
  <p:tag name="KSO_WM_TEMPLATE_CATEGORY" val="custom"/>
</p:tagLst>
</file>

<file path=ppt/tags/tag216.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INDEX" val="51"/>
  <p:tag name="KSO_WM_TEMPLATE_CATEGORY" val="custom"/>
  <p:tag name="KSO_WM_UNIT_ID" val="custom51_3*j*1"/>
  <p:tag name="KSO_WM_UNIT_LAYERLEVEL" val="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3_2"/>
  <p:tag name="KSO_WM_TEMPLATE_CATEGORY" val="diagram"/>
  <p:tag name="KSO_WM_TEMPLATE_INDEX" val="20233337"/>
  <p:tag name="KSO_WM_UNIT_LAYERLEVEL" val="1_1_1"/>
  <p:tag name="KSO_WM_TAG_VERSION" val="3.0"/>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3"/>
  <p:tag name="KSO_WM_DIAGRAM_VIRTUALLY_FRAME" val="{&quot;height&quot;:401.68952755905514,&quot;left&quot;:28.75,&quot;top&quot;:103.02590551181102,&quot;width&quot;:924.6114173228347}"/>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Lst>
</file>

<file path=ppt/tags/tag218.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60,960,540"/>
  <p:tag name="KSO_WM_SLIDE_SUBTYPE" val="pureTxt"/>
  <p:tag name="KSO_WM_SLIDE_ITEM_CNT" val="0"/>
  <p:tag name="KSO_WM_TEMPLATE_INDEX" val="51"/>
  <p:tag name="KSO_WM_SLIDE_THEME_ID" val="20235747"/>
  <p:tag name="KSO_WM_SLIDE_INDEX" val="3"/>
  <p:tag name="KSO_WM_BEAUTIFY_FLAG" val="#wm#"/>
  <p:tag name="KSO_WM_TEMPLATE_CATEGORY" val="custom"/>
  <p:tag name="KSO_WM_SLIDE_ID" val="custom51_3"/>
  <p:tag name="KSO_WM_SLIDE_LAYOUT" val="_a_j"/>
  <p:tag name="KSO_WM_SLIDE_LAYOUT_CNT" val="1_1_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4*a*1"/>
  <p:tag name="KSO_WM_TEMPLATE_CATEGORY" val="diagram"/>
  <p:tag name="KSO_WM_TEMPLATE_INDEX" val="20232454"/>
  <p:tag name="KSO_WM_UNIT_LAYERLEVEL" val="1"/>
  <p:tag name="KSO_WM_TAG_VERSION" val="3.0"/>
  <p:tag name="KSO_WM_BEAUTIFY_FLAG" val="#wm#"/>
  <p:tag name="KSO_WM_UNIT_ISCONTENTSTITLE" val="0"/>
  <p:tag name="KSO_WM_UNIT_ISNUMDGMTITLE" val="0"/>
  <p:tag name="KSO_WM_UNIT_NOCLEAR" val="0"/>
  <p:tag name="KSO_WM_UNIT_VALUE" val="25"/>
  <p:tag name="KSO_WM_DIAGRAM_GROUP_CODE" val="l1-1"/>
  <p:tag name="KSO_WM_UNIT_TYPE" val="a"/>
  <p:tag name="KSO_WM_UNIT_INDEX" val="1"/>
  <p:tag name="KSO_WM_UNIT_PRESET_TEXT" val="单击此处添加标题"/>
  <p:tag name="KSO_WM_UNIT_TEXT_TYPE" val="1"/>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i*1_1"/>
  <p:tag name="KSO_WM_TEMPLATE_CATEGORY" val="diagram"/>
  <p:tag name="KSO_WM_TEMPLATE_INDEX" val="20232454"/>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solid&quot;:{&quot;brightness&quot;:0,&quot;colorType&quot;:1,&quot;foreColorIndex&quot;:5,&quot;transparency&quot;:0.3300000131130218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i*1_2"/>
  <p:tag name="KSO_WM_TEMPLATE_CATEGORY" val="diagram"/>
  <p:tag name="KSO_WM_TEMPLATE_INDEX" val="20232454"/>
  <p:tag name="KSO_WM_UNIT_LAYERLEVEL" val="1_1"/>
  <p:tag name="KSO_WM_TAG_VERSION" val="3.0"/>
  <p:tag name="KSO_WM_BEAUTIFY_FLAG" val="#wm#"/>
  <p:tag name="KSO_WM_DIAGRAM_GROUP_CODE" val="l1-1"/>
  <p:tag name="KSO_WM_UNIT_TYPE" val="l_i"/>
  <p:tag name="KSO_WM_UNIT_INDEX" val="1_2"/>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gradient&quot;:[{&quot;brightness&quot;:0,&quot;colorType&quot;:1,&quot;foreColorIndex&quot;:5,&quot;pos&quot;:0,&quot;transparency&quot;:0.25},{&quot;brightness&quot;:0,&quot;colorType&quot;:1,&quot;foreColorIndex&quot;:5,&quot;pos&quot;:0.680000007152557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i*1_3"/>
  <p:tag name="KSO_WM_TEMPLATE_CATEGORY" val="diagram"/>
  <p:tag name="KSO_WM_TEMPLATE_INDEX" val="20232454"/>
  <p:tag name="KSO_WM_UNIT_LAYERLEVEL" val="1_1"/>
  <p:tag name="KSO_WM_TAG_VERSION" val="3.0"/>
  <p:tag name="KSO_WM_BEAUTIFY_FLAG" val="#wm#"/>
  <p:tag name="KSO_WM_DIAGRAM_GROUP_CODE" val="l1-1"/>
  <p:tag name="KSO_WM_UNIT_TYPE" val="l_i"/>
  <p:tag name="KSO_WM_UNIT_INDEX" val="1_3"/>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solid&quot;:{&quot;brightness&quot;:0,&quot;colorType&quot;:1,&quot;foreColorIndex&quot;:5,&quot;transparency&quot;:0.8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h_i*1_1_2"/>
  <p:tag name="KSO_WM_TEMPLATE_CATEGORY" val="diagram"/>
  <p:tag name="KSO_WM_TEMPLATE_INDEX" val="20232454"/>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2454_2*l_h_i*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Lst>
</file>

<file path=ppt/tags/tag22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54_2*l_h_f*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
  <p:tag name="KSO_WM_UNIT_TEXT_FILL_FORE_SCHEMECOLOR_INDEX" val="1"/>
  <p:tag name="KSO_WM_UNIT_TEXT_FILL_TYPE" val="1"/>
  <p:tag name="KSO_WM_UNIT_TEXT_TYPE"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h_i*1_2_2"/>
  <p:tag name="KSO_WM_TEMPLATE_CATEGORY" val="diagram"/>
  <p:tag name="KSO_WM_TEMPLATE_INDEX" val="20232454"/>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2454_2*l_h_i*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Lst>
</file>

<file path=ppt/tags/tag22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2454_2*l_h_f*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
  <p:tag name="KSO_WM_UNIT_TEXT_FILL_FORE_SCHEMECOLOR_INDEX" val="1"/>
  <p:tag name="KSO_WM_UNIT_TEXT_FILL_TYPE" val="1"/>
  <p:tag name="KSO_WM_UNIT_TEXT_TYPE"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h_i*1_3_2"/>
  <p:tag name="KSO_WM_TEMPLATE_CATEGORY" val="diagram"/>
  <p:tag name="KSO_WM_TEMPLATE_INDEX" val="20232454"/>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2454_2*l_h_i*1_3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Lst>
</file>

<file path=ppt/tags/tag23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2454_2*l_h_f*1_3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
  <p:tag name="KSO_WM_UNIT_TEXT_FILL_FORE_SCHEMECOLOR_INDEX" val="1"/>
  <p:tag name="KSO_WM_UNIT_TEXT_FILL_TYPE" val="1"/>
  <p:tag name="KSO_WM_UNIT_TEXT_TYPE" val="1"/>
</p:tagLst>
</file>

<file path=ppt/tags/tag23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2454_2*l_h_a*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Lst>
</file>

<file path=ppt/tags/tag23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2454_2*l_h_a*1_3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2454_2*l_h_x*1_2_1"/>
  <p:tag name="KSO_WM_TEMPLATE_CATEGORY" val="diagram"/>
  <p:tag name="KSO_WM_TEMPLATE_INDEX" val="20232454"/>
  <p:tag name="KSO_WM_UNIT_LAYERLEVEL" val="1_1_1"/>
  <p:tag name="KSO_WM_TAG_VERSION" val="3.0"/>
  <p:tag name="KSO_WM_BEAUTIFY_FLAG" val="#wm#"/>
  <p:tag name="KSO_WM_DIAGRAM_VERSION" val="3"/>
  <p:tag name="KSO_WM_DIAGRAM_COLOR_TRICK" val="1"/>
  <p:tag name="KSO_WM_DIAGRAM_COLOR_TEXT_CAN_REMOVE" val="n"/>
  <p:tag name="KSO_WM_UNIT_VALUE" val="136*140"/>
  <p:tag name="KSO_WM_UNIT_TYPE" val="l_h_x"/>
  <p:tag name="KSO_WM_UNIT_INDEX" val="1_2_1"/>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2454_2*l_h_x*1_3_1"/>
  <p:tag name="KSO_WM_TEMPLATE_CATEGORY" val="diagram"/>
  <p:tag name="KSO_WM_TEMPLATE_INDEX" val="20232454"/>
  <p:tag name="KSO_WM_UNIT_LAYERLEVEL" val="1_1_1"/>
  <p:tag name="KSO_WM_TAG_VERSION" val="3.0"/>
  <p:tag name="KSO_WM_BEAUTIFY_FLAG" val="#wm#"/>
  <p:tag name="KSO_WM_DIAGRAM_VERSION" val="3"/>
  <p:tag name="KSO_WM_DIAGRAM_COLOR_TRICK" val="1"/>
  <p:tag name="KSO_WM_DIAGRAM_COLOR_TEXT_CAN_REMOVE" val="n"/>
  <p:tag name="KSO_WM_UNIT_VALUE" val="150*137"/>
  <p:tag name="KSO_WM_UNIT_TYPE" val="l_h_x"/>
  <p:tag name="KSO_WM_UNIT_INDEX" val="1_3_1"/>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2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2454_2*l_h_a*1_3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2454_2*l_h_x*1_1_1"/>
  <p:tag name="KSO_WM_TEMPLATE_CATEGORY" val="diagram"/>
  <p:tag name="KSO_WM_TEMPLATE_INDEX" val="20232454"/>
  <p:tag name="KSO_WM_UNIT_LAYERLEVEL" val="1_1_1"/>
  <p:tag name="KSO_WM_TAG_VERSION" val="3.0"/>
  <p:tag name="KSO_WM_BEAUTIFY_FLAG" val="#wm#"/>
  <p:tag name="KSO_WM_DIAGRAM_VERSION" val="3"/>
  <p:tag name="KSO_WM_DIAGRAM_COLOR_TRICK" val="1"/>
  <p:tag name="KSO_WM_DIAGRAM_COLOR_TEXT_CAN_REMOVE" val="n"/>
  <p:tag name="KSO_WM_UNIT_VALUE" val="150*150"/>
  <p:tag name="KSO_WM_UNIT_TYPE" val="l_h_x"/>
  <p:tag name="KSO_WM_UNIT_INDEX" val="1_1_1"/>
  <p:tag name="KSO_WM_DIAGRAM_MAX_ITEMCNT" val="5"/>
  <p:tag name="KSO_WM_DIAGRAM_MIN_ITEMCNT" val="2"/>
  <p:tag name="KSO_WM_DIAGRAM_VIRTUALLY_FRAME" val="{&quot;height&quot;:444.4545273908481,&quot;left&quot;:-0.38047244094486815,&quot;top&quot;:95.88267716535434,&quot;width&quot;:959.730558793676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238.xml><?xml version="1.0" encoding="utf-8"?>
<p:tagLst xmlns:p="http://schemas.openxmlformats.org/presentationml/2006/main">
  <p:tag name="KSO_WM_SLIDE_ID" val="diagram20232454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2454"/>
  <p:tag name="KSO_WM_SLIDE_TYPE" val="text"/>
  <p:tag name="KSO_WM_SLIDE_SUBTYPE" val="diag"/>
  <p:tag name="KSO_WM_SLIDE_SIZE" val="960.331*418.806"/>
  <p:tag name="KSO_WM_SLIDE_POSITION" val="-0.330472*121.501"/>
  <p:tag name="KSO_WM_SLIDE_LAYOUT" val="a_l"/>
  <p:tag name="KSO_WM_SLIDE_LAYOUT_CNT" val="1_1"/>
  <p:tag name="KSO_WM_SPECIAL_SOURCE" val="bdnull"/>
  <p:tag name="KSO_WM_DIAGRAM_GROUP_CODE" val="l1-1"/>
  <p:tag name="KSO_WM_SLIDE_DIAGTYPE" val="l"/>
</p:tagLst>
</file>

<file path=ppt/tags/tag23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315_1*l_h_f*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63.03267716535436,&quot;left&quot;:45.05,&quot;top&quot;:131.36732283464568,&quot;width&quot;:860.17094488188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
  <p:tag name="KSO_WM_UNIT_TEXT_FILL_FORE_SCHEMECOLOR_INDEX" val="1"/>
  <p:tag name="KSO_WM_UNIT_TEXT_FILL_TYPE" val="1"/>
  <p:tag name="KSO_WM_UNIT_TEXT_TYPE" val="1"/>
  <p:tag name="KSO_WM_UNIT_TEXT_LAYER_COUNT" val="1"/>
</p:tagLst>
</file>

<file path=ppt/tags/tag24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315_1*l_h_a*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63.03267716535436,&quot;left&quot;:45.05,&quot;top&quot;:131.36732283464568,&quot;width&quot;:860.17094488188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2"/>
  <p:tag name="KSO_WM_DIAGRAM_VERSION" val="3"/>
  <p:tag name="KSO_WM_DIAGRAM_COLOR_TRICK" val="1"/>
  <p:tag name="KSO_WM_DIAGRAM_COLOR_TEXT_CAN_REMOVE" val="n"/>
  <p:tag name="KSO_WM_UNIT_PRESET_TEXT" val="此处添加项标题"/>
  <p:tag name="KSO_WM_UNIT_TEXT_FILL_FORE_SCHEMECOLOR_INDEX" val="1"/>
  <p:tag name="KSO_WM_UNIT_TEXT_FILL_TYPE" val="1"/>
  <p:tag name="KSO_WM_UNIT_TEXT_TYPE"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1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63.03267716535436,&quot;left&quot;:45.05,&quot;top&quot;:131.36732283464568,&quot;width&quot;:860.170944881889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Lst>
</file>

<file path=ppt/tags/tag24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51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51"/>
  <p:tag name="KSO_WM_TEMPLATE_CATEGORY" val="custom"/>
</p:tagLst>
</file>

<file path=ppt/tags/tag243.xml><?xml version="1.0" encoding="utf-8"?>
<p:tagLst xmlns:p="http://schemas.openxmlformats.org/presentationml/2006/main">
  <p:tag name="KSO_WM_SLIDE_ID" val="diagram20233315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diagram"/>
  <p:tag name="KSO_WM_TEMPLATE_INDEX" val="20233315"/>
  <p:tag name="KSO_WM_SLIDE_TYPE" val="text"/>
  <p:tag name="KSO_WM_SLIDE_SUBTYPE" val="diag"/>
  <p:tag name="KSO_WM_SLIDE_SIZE" val="850.394*297.555"/>
  <p:tag name="KSO_WM_SLIDE_POSITION" val="54.8032*139.28"/>
  <p:tag name="KSO_WM_SLIDE_LAYOUT" val="a_l"/>
  <p:tag name="KSO_WM_SLIDE_LAYOUT_CNT" val="1_1"/>
  <p:tag name="KSO_WM_SPECIAL_SOURCE" val="bdnull"/>
  <p:tag name="KSO_WM_DIAGRAM_GROUP_CODE" val="l1-1"/>
  <p:tag name="KSO_WM_SLIDE_DIAGTYPE" val="l"/>
</p:tagLst>
</file>

<file path=ppt/tags/tag24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315_1*l_h_f*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63.03267716535436,&quot;left&quot;:45.05,&quot;top&quot;:131.36732283464568,&quot;width&quot;:860.17094488188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
  <p:tag name="KSO_WM_UNIT_TEXT_FILL_FORE_SCHEMECOLOR_INDEX" val="1"/>
  <p:tag name="KSO_WM_UNIT_TEXT_FILL_TYPE" val="1"/>
  <p:tag name="KSO_WM_UNIT_TEXT_TYPE" val="1"/>
  <p:tag name="KSO_WM_UNIT_TEXT_LAYER_COUNT" val="1"/>
</p:tagLst>
</file>

<file path=ppt/tags/tag24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315_1*l_h_a*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63.03267716535436,&quot;left&quot;:45.05,&quot;top&quot;:131.36732283464568,&quot;width&quot;:860.17094488188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2"/>
  <p:tag name="KSO_WM_DIAGRAM_VERSION" val="3"/>
  <p:tag name="KSO_WM_DIAGRAM_COLOR_TRICK" val="1"/>
  <p:tag name="KSO_WM_DIAGRAM_COLOR_TEXT_CAN_REMOVE" val="n"/>
  <p:tag name="KSO_WM_UNIT_PRESET_TEXT" val="此处添加项标题"/>
  <p:tag name="KSO_WM_UNIT_TEXT_FILL_FORE_SCHEMECOLOR_INDEX" val="1"/>
  <p:tag name="KSO_WM_UNIT_TEXT_FILL_TYPE" val="1"/>
  <p:tag name="KSO_WM_UNIT_TEXT_TYPE" val="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1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63.03267716535436,&quot;left&quot;:45.05,&quot;top&quot;:131.36732283464568,&quot;width&quot;:860.170944881889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Lst>
</file>

<file path=ppt/tags/tag24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51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51"/>
  <p:tag name="KSO_WM_TEMPLATE_CATEGORY" val="custom"/>
</p:tagLst>
</file>

<file path=ppt/tags/tag248.xml><?xml version="1.0" encoding="utf-8"?>
<p:tagLst xmlns:p="http://schemas.openxmlformats.org/presentationml/2006/main">
  <p:tag name="KSO_WM_SLIDE_ID" val="diagram20233315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diagram"/>
  <p:tag name="KSO_WM_TEMPLATE_INDEX" val="20233315"/>
  <p:tag name="KSO_WM_SLIDE_TYPE" val="text"/>
  <p:tag name="KSO_WM_SLIDE_SUBTYPE" val="diag"/>
  <p:tag name="KSO_WM_SLIDE_SIZE" val="850.394*297.555"/>
  <p:tag name="KSO_WM_SLIDE_POSITION" val="54.8032*139.28"/>
  <p:tag name="KSO_WM_SLIDE_LAYOUT" val="a_l"/>
  <p:tag name="KSO_WM_SLIDE_LAYOUT_CNT" val="1_1"/>
  <p:tag name="KSO_WM_SPECIAL_SOURCE" val="bdnull"/>
  <p:tag name="KSO_WM_DIAGRAM_GROUP_CODE" val="l1-1"/>
  <p:tag name="KSO_WM_SLIDE_DIAGTYPE" val="l"/>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84_2*l_h_i*1_1_2"/>
  <p:tag name="KSO_WM_TEMPLATE_CATEGORY" val="diagram"/>
  <p:tag name="KSO_WM_TEMPLATE_INDEX" val="20231784"/>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4"/>
  <p:tag name="KSO_WM_DIAGRAM_MIN_ITEMCNT" val="2"/>
  <p:tag name="KSO_WM_DIAGRAM_VIRTUALLY_FRAME" val="{&quot;height&quot;:404.7443639752245,&quot;left&quot;:44.34251968503936,&quot;top&quot;:89.27559055118108,&quot;width&quot;:861.575107969749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Lst>
</file>

<file path=ppt/tags/tag25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84_2*l_h_a*1_1_1"/>
  <p:tag name="KSO_WM_TEMPLATE_CATEGORY" val="diagram"/>
  <p:tag name="KSO_WM_TEMPLATE_INDEX" val="20231784"/>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4.7443639752245,&quot;left&quot;:44.34251968503936,&quot;top&quot;:89.27559055118108,&quot;width&quot;:861.57510796974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784_2*l_h_i*1_1_1"/>
  <p:tag name="KSO_WM_TEMPLATE_CATEGORY" val="diagram"/>
  <p:tag name="KSO_WM_TEMPLATE_INDEX" val="20231784"/>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4.7443639752245,&quot;left&quot;:44.34251968503936,&quot;top&quot;:89.27559055118108,&quot;width&quot;:861.57510796974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Lst>
</file>

<file path=ppt/tags/tag25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84_2*l_h_f*1_1_1"/>
  <p:tag name="KSO_WM_TEMPLATE_CATEGORY" val="diagram"/>
  <p:tag name="KSO_WM_TEMPLATE_INDEX" val="20231784"/>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4.7443639752245,&quot;left&quot;:44.34251968503936,&quot;top&quot;:89.27559055118108,&quot;width&quot;:861.57510796974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单击此处添加文本内容，简明扼要地阐述您的观点。"/>
  <p:tag name="KSO_WM_UNIT_TEXT_FILL_FORE_SCHEMECOLOR_INDEX" val="1"/>
  <p:tag name="KSO_WM_UNIT_TEXT_FILL_TYPE" val="1"/>
</p:tagLst>
</file>

<file path=ppt/tags/tag25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51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51"/>
  <p:tag name="KSO_WM_TEMPLATE_CATEGORY" val="custom"/>
</p:tagLst>
</file>

<file path=ppt/tags/tag254.xml><?xml version="1.0" encoding="utf-8"?>
<p:tagLst xmlns:p="http://schemas.openxmlformats.org/presentationml/2006/main">
  <p:tag name="KSO_WM_SLIDE_ID" val="diagram20231784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784"/>
  <p:tag name="KSO_WM_SLIDE_TYPE" val="text"/>
  <p:tag name="KSO_WM_SLIDE_SUBTYPE" val="diag"/>
  <p:tag name="KSO_WM_SLIDE_SIZE" val="851.132*388.3"/>
  <p:tag name="KSO_WM_SLIDE_POSITION" val="54.7968*105.7"/>
  <p:tag name="KSO_WM_SLIDE_LAYOUT" val="a_l"/>
  <p:tag name="KSO_WM_SLIDE_LAYOUT_CNT" val="1_1"/>
  <p:tag name="KSO_WM_SPECIAL_SOURCE" val="bdnull"/>
  <p:tag name="KSO_WM_DIAGRAM_GROUP_CODE" val="l1-1"/>
  <p:tag name="KSO_WM_SLIDE_DIAGTYPE" val="l"/>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84_2*l_h_i*1_1_2"/>
  <p:tag name="KSO_WM_TEMPLATE_CATEGORY" val="diagram"/>
  <p:tag name="KSO_WM_TEMPLATE_INDEX" val="20231784"/>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4"/>
  <p:tag name="KSO_WM_DIAGRAM_MIN_ITEMCNT" val="2"/>
  <p:tag name="KSO_WM_DIAGRAM_VIRTUALLY_FRAME" val="{&quot;height&quot;:404.7443639752245,&quot;left&quot;:41.84677165354331,&quot;top&quot;:89.2755905511811,&quot;width&quot;:864.070856001245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Lst>
</file>

<file path=ppt/tags/tag25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84_2*l_h_a*1_1_1"/>
  <p:tag name="KSO_WM_TEMPLATE_CATEGORY" val="diagram"/>
  <p:tag name="KSO_WM_TEMPLATE_INDEX" val="20231784"/>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4.7443639752245,&quot;left&quot;:41.84677165354331,&quot;top&quot;:89.2755905511811,&quot;width&quot;:864.070856001245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784_2*l_h_i*1_1_1"/>
  <p:tag name="KSO_WM_TEMPLATE_CATEGORY" val="diagram"/>
  <p:tag name="KSO_WM_TEMPLATE_INDEX" val="20231784"/>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4.7443639752245,&quot;left&quot;:41.84677165354331,&quot;top&quot;:89.2755905511811,&quot;width&quot;:864.070856001245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Lst>
</file>

<file path=ppt/tags/tag25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84_2*l_h_f*1_1_1"/>
  <p:tag name="KSO_WM_TEMPLATE_CATEGORY" val="diagram"/>
  <p:tag name="KSO_WM_TEMPLATE_INDEX" val="20231784"/>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4.7443639752245,&quot;left&quot;:41.84677165354331,&quot;top&quot;:89.2755905511811,&quot;width&quot;:864.070856001245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单击此处添加文本内容，简明扼要地阐述您的观点。"/>
  <p:tag name="KSO_WM_UNIT_TEXT_FILL_FORE_SCHEMECOLOR_INDEX" val="1"/>
  <p:tag name="KSO_WM_UNIT_TEXT_FILL_TYPE" val="1"/>
</p:tagLst>
</file>

<file path=ppt/tags/tag25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51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51"/>
  <p:tag name="KSO_WM_TEMPLATE_CATEGORY" val="custom"/>
</p:tagLst>
</file>

<file path=ppt/tags/tag260.xml><?xml version="1.0" encoding="utf-8"?>
<p:tagLst xmlns:p="http://schemas.openxmlformats.org/presentationml/2006/main">
  <p:tag name="KSO_WM_SLIDE_ID" val="diagram20231784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784"/>
  <p:tag name="KSO_WM_SLIDE_TYPE" val="text"/>
  <p:tag name="KSO_WM_SLIDE_SUBTYPE" val="diag"/>
  <p:tag name="KSO_WM_SLIDE_SIZE" val="851.132*388.3"/>
  <p:tag name="KSO_WM_SLIDE_POSITION" val="54.7968*105.7"/>
  <p:tag name="KSO_WM_SLIDE_LAYOUT" val="a_l"/>
  <p:tag name="KSO_WM_SLIDE_LAYOUT_CNT" val="1_1"/>
  <p:tag name="KSO_WM_SPECIAL_SOURCE" val="bdnull"/>
  <p:tag name="KSO_WM_DIAGRAM_GROUP_CODE" val="l1-1"/>
  <p:tag name="KSO_WM_SLIDE_DIAGTYPE" val="l"/>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84_2*l_h_i*1_1_2"/>
  <p:tag name="KSO_WM_TEMPLATE_CATEGORY" val="diagram"/>
  <p:tag name="KSO_WM_TEMPLATE_INDEX" val="20231784"/>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4"/>
  <p:tag name="KSO_WM_DIAGRAM_MIN_ITEMCNT" val="2"/>
  <p:tag name="KSO_WM_DIAGRAM_VIRTUALLY_FRAME" val="{&quot;height&quot;:404.7443639752245,&quot;left&quot;:41.84677165354331,&quot;top&quot;:89.2755905511811,&quot;width&quot;:864.070856001245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Lst>
</file>

<file path=ppt/tags/tag26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84_2*l_h_a*1_1_1"/>
  <p:tag name="KSO_WM_TEMPLATE_CATEGORY" val="diagram"/>
  <p:tag name="KSO_WM_TEMPLATE_INDEX" val="20231784"/>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4.7443639752245,&quot;left&quot;:41.84677165354331,&quot;top&quot;:89.2755905511811,&quot;width&quot;:864.070856001245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784_2*l_h_i*1_1_1"/>
  <p:tag name="KSO_WM_TEMPLATE_CATEGORY" val="diagram"/>
  <p:tag name="KSO_WM_TEMPLATE_INDEX" val="20231784"/>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4.7443639752245,&quot;left&quot;:41.84677165354331,&quot;top&quot;:89.2755905511811,&quot;width&quot;:864.070856001245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Lst>
</file>

<file path=ppt/tags/tag26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84_2*l_h_f*1_1_1"/>
  <p:tag name="KSO_WM_TEMPLATE_CATEGORY" val="diagram"/>
  <p:tag name="KSO_WM_TEMPLATE_INDEX" val="20231784"/>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4.7443639752245,&quot;left&quot;:41.84677165354331,&quot;top&quot;:89.2755905511811,&quot;width&quot;:864.070856001245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单击此处添加文本内容，简明扼要地阐述您的观点。"/>
  <p:tag name="KSO_WM_UNIT_TEXT_FILL_FORE_SCHEMECOLOR_INDEX" val="1"/>
  <p:tag name="KSO_WM_UNIT_TEXT_FILL_TYPE" val="1"/>
</p:tagLst>
</file>

<file path=ppt/tags/tag26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51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51"/>
  <p:tag name="KSO_WM_TEMPLATE_CATEGORY" val="custom"/>
</p:tagLst>
</file>

<file path=ppt/tags/tag266.xml><?xml version="1.0" encoding="utf-8"?>
<p:tagLst xmlns:p="http://schemas.openxmlformats.org/presentationml/2006/main">
  <p:tag name="KSO_WM_SLIDE_ID" val="diagram20231784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784"/>
  <p:tag name="KSO_WM_SLIDE_TYPE" val="text"/>
  <p:tag name="KSO_WM_SLIDE_SUBTYPE" val="diag"/>
  <p:tag name="KSO_WM_SLIDE_SIZE" val="851.132*388.3"/>
  <p:tag name="KSO_WM_SLIDE_POSITION" val="54.7968*105.7"/>
  <p:tag name="KSO_WM_SLIDE_LAYOUT" val="a_l"/>
  <p:tag name="KSO_WM_SLIDE_LAYOUT_CNT" val="1_1"/>
  <p:tag name="KSO_WM_SPECIAL_SOURCE" val="bdnull"/>
  <p:tag name="KSO_WM_DIAGRAM_GROUP_CODE" val="l1-1"/>
  <p:tag name="KSO_WM_SLIDE_DIAGTYPE" val="l"/>
</p:tagLst>
</file>

<file path=ppt/tags/tag267.xml><?xml version="1.0" encoding="utf-8"?>
<p:tagLst xmlns:p="http://schemas.openxmlformats.org/presentationml/2006/main">
  <p:tag name="KSO_WM_UNIT_VALUE" val="952*3384"/>
  <p:tag name="KSO_WM_UNIT_HIGHLIGHT" val="0"/>
  <p:tag name="KSO_WM_UNIT_COMPATIBLE" val="0"/>
  <p:tag name="KSO_WM_UNIT_DIAGRAM_ISNUMVISUAL" val="0"/>
  <p:tag name="KSO_WM_UNIT_DIAGRAM_ISREFERUNIT" val="0"/>
  <p:tag name="KSO_WM_UNIT_TYPE" val="d"/>
  <p:tag name="KSO_WM_UNIT_INDEX" val="1"/>
  <p:tag name="KSO_WM_UNIT_ID" val="custom20232484_1*d*1"/>
  <p:tag name="KSO_WM_TEMPLATE_CATEGORY" val="custom"/>
  <p:tag name="KSO_WM_TEMPLATE_INDEX" val="20232484"/>
  <p:tag name="KSO_WM_UNIT_LAYERLEVEL" val="1"/>
  <p:tag name="KSO_WM_TAG_VERSION" val="3.0"/>
  <p:tag name="KSO_WM_BEAUTIFY_FLAG" val="#wm#"/>
  <p:tag name="KSO_WM_DIAGRAM_GROUP_CODE" val="l1-1"/>
  <p:tag name="KSO_WM_UNIT_LINE_FORE_SCHEMECOLOR_INDEX" val="1"/>
  <p:tag name="KSO_WM_UNIT_LINE_FILL_TYPE" val="2"/>
  <p:tag name="KSO_WM_UNIT_USESOURCEFORMAT_APPLY" val="1"/>
  <p:tag name="KSO_WM_UNIT_PICTURE_SUBTYPE" val="a"/>
  <p:tag name="MH_PIC_SOURCE_TYPE" val="ai_match*VCG41N1337564317**1749036898784_137.79_902c6cfb4e0f-slide-0"/>
</p:tagLst>
</file>

<file path=ppt/tags/tag26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2484_1*i*1"/>
  <p:tag name="KSO_WM_TEMPLATE_CATEGORY" val="custom"/>
  <p:tag name="KSO_WM_TEMPLATE_INDEX" val="20232484"/>
  <p:tag name="KSO_WM_UNIT_LAYERLEVEL" val="1"/>
  <p:tag name="KSO_WM_TAG_VERSION" val="3.0"/>
  <p:tag name="KSO_WM_UNIT_FILL_FORE_SCHEMECOLOR_INDEX" val="2"/>
  <p:tag name="KSO_WM_UNIT_FILL_TYPE" val="1"/>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1"/>
</p:tagLst>
</file>

<file path=ppt/tags/tag26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2484_1*a*1"/>
  <p:tag name="KSO_WM_TEMPLATE_CATEGORY" val="custom"/>
  <p:tag name="KSO_WM_TEMPLATE_INDEX" val="20232484"/>
  <p:tag name="KSO_WM_UNIT_LAYERLEVEL" val="1"/>
  <p:tag name="KSO_WM_TAG_VERSION" val="3.0"/>
  <p:tag name="KSO_WM_BEAUTIFY_FLAG" val="#wm#"/>
  <p:tag name="KSO_WM_DIAGRAM_GROUP_CODE" val="l1-1"/>
  <p:tag name="KSO_WM_UNIT_USESOURCEFORMAT_APPLY" val="1"/>
  <p:tag name="KSO_WM_UNIT_PRESET_TEXT" val="单击此处添加标题"/>
  <p:tag name="KSO_WM_UNIT_TEXT_TYPE" val="1"/>
</p:tagLst>
</file>

<file path=ppt/tags/tag270.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76_3*l_h_f*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20.25,&quot;top&quot;:340.60007874015747,&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Lst>
</file>

<file path=ppt/tags/tag271.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76_3*l_h_a*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20.25,&quot;top&quot;:340.60007874015747,&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Lst>
</file>

<file path=ppt/tags/tag27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2476_3*l_h_f*1_3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20.25,&quot;top&quot;:340.60007874015747,&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Lst>
</file>

<file path=ppt/tags/tag273.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2476_3*l_h_a*1_3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20.25,&quot;top&quot;:340.60007874015747,&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Lst>
</file>

<file path=ppt/tags/tag27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76_3*l_h_f*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20.25,&quot;top&quot;:340.60007874015747,&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Lst>
</file>

<file path=ppt/tags/tag27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76_3*l_h_a*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20.25,&quot;top&quot;:340.60007874015747,&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Lst>
</file>

<file path=ppt/tags/tag276.xml><?xml version="1.0" encoding="utf-8"?>
<p:tagLst xmlns:p="http://schemas.openxmlformats.org/presentationml/2006/main">
  <p:tag name="KSO_WM_SLIDE_ID" val="custom20232484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2484"/>
  <p:tag name="KSO_WM_SLIDE_TYPE" val="text"/>
  <p:tag name="KSO_WM_SLIDE_SUBTYPE" val="picTxt"/>
  <p:tag name="KSO_WM_SLIDE_SIZE" val="746*95.95"/>
  <p:tag name="KSO_WM_SLIDE_POSITION" val="120.25*376.775"/>
  <p:tag name="KSO_WM_SLIDE_LAYOUT" val="a_d_l"/>
  <p:tag name="KSO_WM_SLIDE_LAYOUT_CNT" val="1_1_1"/>
  <p:tag name="KSO_WM_SPECIAL_SOURCE" val="bdnull"/>
  <p:tag name="KSO_WM_DIAGRAM_GROUP_CODE" val="l1-1"/>
  <p:tag name="KSO_WM_SLIDE_DIAGTYPE" val="l"/>
</p:tagLst>
</file>

<file path=ppt/tags/tag277.xml><?xml version="1.0" encoding="utf-8"?>
<p:tagLst xmlns:p="http://schemas.openxmlformats.org/presentationml/2006/main">
  <p:tag name="KSO_WM_UNIT_TYPE" val="a"/>
  <p:tag name="KSO_WM_UNIT_INDEX" val="1"/>
  <p:tag name="KSO_WM_BEAUTIFY_FLAG" val="#wm#"/>
  <p:tag name="KSO_WM_TAG_VERSION" val="3.0"/>
  <p:tag name="KSO_WM_TEMPLATE_INDEX" val="80"/>
  <p:tag name="KSO_WM_TEMPLATE_CATEGORY" val="custom"/>
  <p:tag name="KSO_WM_UNIT_ID" val="custom80_3*a*1"/>
  <p:tag name="KSO_WM_UNIT_LAYERLEVEL" val="1"/>
</p:tagLst>
</file>

<file path=ppt/tags/tag278.xml><?xml version="1.0" encoding="utf-8"?>
<p:tagLst xmlns:p="http://schemas.openxmlformats.org/presentationml/2006/main">
  <p:tag name="KSO_WM_UNIT_ID" val="custom80_3**"/>
  <p:tag name="KSO_WM_BEAUTIFY_FLAG" val="#wm#"/>
  <p:tag name="KSO_WM_TAG_VERSION" val="3.0"/>
  <p:tag name="KSO_WM_UNIT_LAYERLEVEL" val="1"/>
  <p:tag name="KSO_WM_TEMPLATE_INDEX" val="80"/>
  <p:tag name="KSO_WM_TEMPLATE_CATEGORY" val="custom"/>
</p:tagLst>
</file>

<file path=ppt/tags/tag279.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INDEX" val="80"/>
  <p:tag name="KSO_WM_TEMPLATE_CATEGORY" val="custom"/>
  <p:tag name="KSO_WM_UNIT_ID" val="custom80_3*j*1"/>
  <p:tag name="KSO_WM_UNIT_LAYERLEVEL" val="1"/>
</p:tagLst>
</file>

<file path=ppt/tags/tag280.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60,960,540"/>
  <p:tag name="KSO_WM_SLIDE_SUBTYPE" val="pureTxt"/>
  <p:tag name="KSO_WM_SLIDE_ITEM_CNT" val="0"/>
  <p:tag name="KSO_WM_TEMPLATE_INDEX" val="80"/>
  <p:tag name="KSO_WM_SLIDE_THEME_ID" val="20236403"/>
  <p:tag name="KSO_WM_SLIDE_INDEX" val="3"/>
  <p:tag name="KSO_WM_BEAUTIFY_FLAG" val="#wm#"/>
  <p:tag name="KSO_WM_TEMPLATE_CATEGORY" val="custom"/>
  <p:tag name="KSO_WM_SLIDE_ID" val="custom80_3"/>
  <p:tag name="KSO_WM_SLIDE_LAYOUT" val="_a_j"/>
  <p:tag name="KSO_WM_SLIDE_LAYOUT_CNT" val="1_1_1"/>
</p:tagLst>
</file>

<file path=ppt/tags/tag28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80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80"/>
  <p:tag name="KSO_WM_TEMPLATE_CATEGORY" val="custom"/>
</p:tagLst>
</file>

<file path=ppt/tags/tag28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973_3*l_h_i*1_1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62.9631828728624,&quot;left&quot;:54.7,&quot;top&quot;:95.48685039370076,&quot;width&quot;:850.5500787401576}"/>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Lst>
</file>

<file path=ppt/tags/tag28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73_3*l_h_f*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62.9631828728624,&quot;left&quot;:54.7,&quot;top&quot;:95.48685039370076,&quot;width&quot;:850.55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5"/>
  <p:tag name="KSO_WM_UNIT_TEXT_TYPE" val="1"/>
  <p:tag name="KSO_WM_UNIT_TEXT_LAYER_COUNT" val="1"/>
  <p:tag name="KSO_WM_UNIT_PRESET_TEXT" val="单击此处添加文本具体内容，简明扼要地阐述您的观点。根据需要可酌情增减文字内容"/>
  <p:tag name="KSO_WM_UNIT_TEXT_FILL_FORE_SCHEMECOLOR_INDEX" val="1"/>
  <p:tag name="KSO_WM_UNIT_TEXT_FILL_TYPE" val="1"/>
</p:tagLst>
</file>

<file path=ppt/tags/tag28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73_3*l_h_i*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62.9631828728624,&quot;left&quot;:54.7,&quot;top&quot;:95.48685039370076,&quot;width&quot;:850.55007874015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1"/>
  <p:tag name="KSO_WM_UNIT_FILL_TYPE" val="1"/>
  <p:tag name="KSO_WM_UNIT_FILL_FORE_SCHEMECOLOR_INDEX" val="5"/>
  <p:tag name="KSO_WM_UNIT_FILL_FORE_SCHEMECOLOR_INDEX_BRIGHTNESS" val="0"/>
</p:tagLst>
</file>

<file path=ppt/tags/tag28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73_3*l_h_i*1_1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62.9631828728624,&quot;left&quot;:54.7,&quot;top&quot;:95.48685039370076,&quot;width&quot;:850.5500787401576}"/>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Lst>
</file>

<file path=ppt/tags/tag28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73_3*l_h_a*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62.9631828728624,&quot;left&quot;:54.7,&quot;top&quot;:95.48685039370076,&quot;width&quot;:850.55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
  <p:tag name="KSO_WM_UNIT_TEXT_TYPE" val="1"/>
  <p:tag name="KSO_WM_UNIT_PRESET_TEXT" val="添加标题"/>
  <p:tag name="KSO_WM_UNIT_TEXT_FILL_FORE_SCHEMECOLOR_INDEX" val="1"/>
  <p:tag name="KSO_WM_UNIT_TEXT_FILL_TYPE" val="1"/>
</p:tagLst>
</file>

<file path=ppt/tags/tag28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1973_3*l_h_i*1_2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62.9631828728624,&quot;left&quot;:54.7,&quot;top&quot;:95.48685039370076,&quot;width&quot;:850.5500787401576}"/>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Lst>
</file>

<file path=ppt/tags/tag28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73_3*l_h_f*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62.9631828728624,&quot;left&quot;:54.7,&quot;top&quot;:95.48685039370076,&quot;width&quot;:850.55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5"/>
  <p:tag name="KSO_WM_UNIT_TEXT_TYPE" val="1"/>
  <p:tag name="KSO_WM_UNIT_TEXT_LAYER_COUNT" val="1"/>
  <p:tag name="KSO_WM_UNIT_PRESET_TEXT" val="单击此处添加文本具体内容，简明扼要地阐述您的观点。根据需要可酌情增减文字内容"/>
  <p:tag name="KSO_WM_UNIT_TEXT_FILL_FORE_SCHEMECOLOR_INDEX" val="1"/>
  <p:tag name="KSO_WM_UNIT_TEXT_FILL_TYPE" val="1"/>
</p:tagLst>
</file>

<file path=ppt/tags/tag28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73_3*l_h_i*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62.9631828728624,&quot;left&quot;:54.7,&quot;top&quot;:95.48685039370076,&quot;width&quot;:850.55007874015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2"/>
  <p:tag name="KSO_WM_UNIT_FILL_TYPE" val="1"/>
  <p:tag name="KSO_WM_UNIT_FILL_FORE_SCHEMECOLOR_INDEX" val="5"/>
  <p:tag name="KSO_WM_UNIT_FILL_FORE_SCHEMECOLOR_INDEX_BRIGHTNESS" val="0"/>
</p:tagLst>
</file>

<file path=ppt/tags/tag29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73_3*l_h_i*1_2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62.9631828728624,&quot;left&quot;:54.7,&quot;top&quot;:95.48685039370076,&quot;width&quot;:850.5500787401576}"/>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Lst>
</file>

<file path=ppt/tags/tag291.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73_3*l_h_a*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62.9631828728624,&quot;left&quot;:54.7,&quot;top&quot;:95.48685039370076,&quot;width&quot;:850.55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Lst>
</file>

<file path=ppt/tags/tag292.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746*95.95"/>
  <p:tag name="KSO_WM_SLIDE_POSITION" val="54.8*410.65"/>
  <p:tag name="KSO_WM_SLIDE_LAYOUT" val="a_d_l"/>
  <p:tag name="KSO_WM_SLIDE_LAYOUT_CNT" val="1_1_1"/>
  <p:tag name="KSO_WM_SPECIAL_SOURCE" val="bdnull"/>
  <p:tag name="KSO_WM_TEMPLATE_INDEX" val="20231930"/>
  <p:tag name="KSO_WM_TEMPLATE_SUBCATEGORY" val="0"/>
  <p:tag name="KSO_WM_SLIDE_INDEX" val="1"/>
  <p:tag name="KSO_WM_TAG_VERSION" val="3.0"/>
  <p:tag name="KSO_WM_SLIDE_ID" val="custom20231930_1"/>
  <p:tag name="KSO_WM_SLIDE_ITEM_CNT" val="2"/>
  <p:tag name="KSO_WM_DIAGRAM_GROUP_CODE" val="l1-1"/>
  <p:tag name="KSO_WM_SLIDE_DIAGTYPE" val="l"/>
</p:tagLst>
</file>

<file path=ppt/tags/tag29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80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80"/>
  <p:tag name="KSO_WM_TEMPLATE_CATEGORY" val="custom"/>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2*l_h_d*1_1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31.192125984252,&quot;left&quot;:27.55,&quot;top&quot;:105.7,&quot;width&quot;:877.6709448818896}"/>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ai_match*VCG41N1476810922**1749036898784_137.79_902c6cfb4e0f-slide-7"/>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2*l_h_i*1_1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31.192125984252,&quot;left&quot;:27.55,&quot;top&quot;:105.7,&quot;width&quot;:877.670944881889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Lst>
</file>

<file path=ppt/tags/tag29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315_2*l_h_a*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31.192125984252,&quot;left&quot;:27.55,&quot;top&quot;:105.7,&quot;width&quot;:877.67094488188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Lst>
</file>

<file path=ppt/tags/tag297.xml><?xml version="1.0" encoding="utf-8"?>
<p:tagLst xmlns:p="http://schemas.openxmlformats.org/presentationml/2006/main">
  <p:tag name="KSO_WM_SLIDE_ID" val="diagram20231973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850.35*326.55"/>
  <p:tag name="KSO_WM_SLIDE_POSITION" val="54.85*131.9"/>
  <p:tag name="KSO_WM_DIAGRAM_GROUP_CODE" val="l1-1"/>
  <p:tag name="KSO_WM_SLIDE_DIAGTYPE" val="l"/>
  <p:tag name="KSO_WM_TAG_VERSION" val="3.0"/>
  <p:tag name="KSO_WM_BEAUTIFY_FLAG" val="#wm#"/>
  <p:tag name="KSO_WM_TEMPLATE_CATEGORY" val="diagram"/>
  <p:tag name="KSO_WM_TEMPLATE_INDEX" val="20231973"/>
  <p:tag name="KSO_WM_SLIDE_LAYOUT" val="a_l"/>
  <p:tag name="KSO_WM_SLIDE_LAYOUT_CNT" val="1_1"/>
  <p:tag name="KSO_WM_SPECIAL_SOURCE" val="bdnull"/>
</p:tagLst>
</file>

<file path=ppt/tags/tag29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80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80"/>
  <p:tag name="KSO_WM_TEMPLATE_CATEGORY" val="custom"/>
</p:tagLst>
</file>

<file path=ppt/tags/tag29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315_2*l_h_a*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31.192125984252,&quot;left&quot;:32.15,&quot;top&quot;:105.7,&quot;width&quot;:873.07094488188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2*l_h_d*1_2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31.192125984252,&quot;left&quot;:32.15,&quot;top&quot;:105.7,&quot;width&quot;:873.070944881889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ai_match*VCG41N1370388602**1749036898784_137.79_902c6cfb4e0f-slide-7"/>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2*l_h_i*1_1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31.192125984252,&quot;left&quot;:32.15,&quot;top&quot;:105.7,&quot;width&quot;:873.070944881889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Lst>
</file>

<file path=ppt/tags/tag302.xml><?xml version="1.0" encoding="utf-8"?>
<p:tagLst xmlns:p="http://schemas.openxmlformats.org/presentationml/2006/main">
  <p:tag name="KSO_WM_SLIDE_ID" val="diagram20231973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850.35*326.55"/>
  <p:tag name="KSO_WM_SLIDE_POSITION" val="54.85*131.9"/>
  <p:tag name="KSO_WM_DIAGRAM_GROUP_CODE" val="l1-1"/>
  <p:tag name="KSO_WM_SLIDE_DIAGTYPE" val="l"/>
  <p:tag name="KSO_WM_TAG_VERSION" val="3.0"/>
  <p:tag name="KSO_WM_BEAUTIFY_FLAG" val="#wm#"/>
  <p:tag name="KSO_WM_TEMPLATE_CATEGORY" val="diagram"/>
  <p:tag name="KSO_WM_TEMPLATE_INDEX" val="20231973"/>
  <p:tag name="KSO_WM_SLIDE_LAYOUT" val="a_l"/>
  <p:tag name="KSO_WM_SLIDE_LAYOUT_CNT" val="1_1"/>
  <p:tag name="KSO_WM_SPECIAL_SOURCE" val="bdnull"/>
</p:tagLst>
</file>

<file path=ppt/tags/tag30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2468_1*l_h_i*1_1_2"/>
  <p:tag name="KSO_WM_TEMPLATE_CATEGORY" val="diagram"/>
  <p:tag name="KSO_WM_TEMPLATE_INDEX" val="20232468"/>
  <p:tag name="KSO_WM_UNIT_LAYERLEVEL" val="1_1_1"/>
  <p:tag name="KSO_WM_TAG_VERSION" val="3.0"/>
  <p:tag name="KSO_WM_DIAGRAM_MAX_ITEMCNT" val="4"/>
  <p:tag name="KSO_WM_DIAGRAM_MIN_ITEMCNT" val="2"/>
  <p:tag name="KSO_WM_DIAGRAM_VIRTUALLY_FRAME" val="{&quot;height&quot;:301.70001220703125,&quot;left&quot;:54.45366699218748,&quot;top&quot;:153.54999389648438,&quot;width&quot;:851.232666015625}"/>
  <p:tag name="KSO_WM_DIAGRAM_COLOR_MATCH_VALUE" val="{&quot;shape&quot;:{&quot;fill&quot;:{&quot;type&quot;:0},&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2"/>
  <p:tag name="KSO_WM_UNIT_FILL_FORE_SCHEMECOLOR_INDEX_BRIGHTNESS" val="0"/>
  <p:tag name="KSO_WM_BEAUTIFY_FLAG" val="#wm#"/>
  <p:tag name="KSO_WM_UNIT_LINE_FORE_SCHEMECOLOR_INDEX" val="5"/>
</p:tagLst>
</file>

<file path=ppt/tags/tag30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2468_1*l_h_i*1_1_3"/>
  <p:tag name="KSO_WM_TEMPLATE_CATEGORY" val="diagram"/>
  <p:tag name="KSO_WM_TEMPLATE_INDEX" val="20232468"/>
  <p:tag name="KSO_WM_UNIT_LAYERLEVEL" val="1_1_1"/>
  <p:tag name="KSO_WM_TAG_VERSION" val="3.0"/>
  <p:tag name="KSO_WM_DIAGRAM_MAX_ITEMCNT" val="4"/>
  <p:tag name="KSO_WM_DIAGRAM_MIN_ITEMCNT" val="2"/>
  <p:tag name="KSO_WM_DIAGRAM_VIRTUALLY_FRAME" val="{&quot;height&quot;:301.70001220703125,&quot;left&quot;:54.45366699218748,&quot;top&quot;:153.54999389648438,&quot;width&quot;:851.232666015625}"/>
  <p:tag name="KSO_WM_DIAGRAM_COLOR_MATCH_VALUE" val="{&quot;shape&quot;:{&quot;fill&quot;:{&quot;solid&quot;:{&quot;brightness&quot;:0,&quot;colorType&quot;:1,&quot;foreColorIndex&quot;:2,&quot;transparency&quot;:0.800000011920929},&quot;type&quot;:1},&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2"/>
  <p:tag name="KSO_WM_UNIT_FILL_FORE_SCHEMECOLOR_INDEX_BRIGHTNESS" val="0"/>
  <p:tag name="KSO_WM_UNIT_LINE_FORE_SCHEMECOLOR_INDEX" val="5"/>
</p:tagLst>
</file>

<file path=ppt/tags/tag30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12"/>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68_1*l_h_a*1_1_1"/>
  <p:tag name="KSO_WM_TEMPLATE_CATEGORY" val="diagram"/>
  <p:tag name="KSO_WM_TEMPLATE_INDEX" val="20232468"/>
  <p:tag name="KSO_WM_UNIT_LAYERLEVEL" val="1_1_1"/>
  <p:tag name="KSO_WM_TAG_VERSION" val="3.0"/>
  <p:tag name="KSO_WM_DIAGRAM_MAX_ITEMCNT" val="4"/>
  <p:tag name="KSO_WM_DIAGRAM_MIN_ITEMCNT" val="2"/>
  <p:tag name="KSO_WM_DIAGRAM_VIRTUALLY_FRAME" val="{&quot;height&quot;:301.70001220703125,&quot;left&quot;:54.45366699218748,&quot;top&quot;:153.54999389648438,&quot;width&quot;:851.232666015625}"/>
  <p:tag name="KSO_WM_DIAGRAM_COLOR_MATCH_VALUE" val="{&quot;shape&quot;:{&quot;fill&quot;:{&quot;gradient&quot;:[{&quot;brightness&quot;:-0.2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TEXT_TYPE" val="1"/>
  <p:tag name="KSO_WM_BEAUTIFY_FLAG" val="#wm#"/>
  <p:tag name="KSO_WM_UNIT_PRESET_TEXT" val="添加标题"/>
  <p:tag name="KSO_WM_UNIT_FILL_TYPE" val="3"/>
</p:tagLst>
</file>

<file path=ppt/tags/tag30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2468_1*l_h_i*1_2_2"/>
  <p:tag name="KSO_WM_TEMPLATE_CATEGORY" val="diagram"/>
  <p:tag name="KSO_WM_TEMPLATE_INDEX" val="20232468"/>
  <p:tag name="KSO_WM_UNIT_LAYERLEVEL" val="1_1_1"/>
  <p:tag name="KSO_WM_TAG_VERSION" val="3.0"/>
  <p:tag name="KSO_WM_DIAGRAM_MAX_ITEMCNT" val="4"/>
  <p:tag name="KSO_WM_DIAGRAM_MIN_ITEMCNT" val="2"/>
  <p:tag name="KSO_WM_DIAGRAM_VIRTUALLY_FRAME" val="{&quot;height&quot;:301.70001220703125,&quot;left&quot;:54.45366699218748,&quot;top&quot;:153.54999389648438,&quot;width&quot;:851.232666015625}"/>
  <p:tag name="KSO_WM_DIAGRAM_COLOR_MATCH_VALUE" val="{&quot;shape&quot;:{&quot;fill&quot;:{&quot;gradient&quot;:[{&quot;brightness&quot;:-0.25,&quot;colorType&quot;:1,&quot;foreColorIndex&quot;:5,&quot;pos&quot;:0,&quot;transparency&quot;:0},{&quot;brightness&quot;:0,&quot;colorType&quot;:1,&quot;foreColorIndex&quot;:5,&quot;pos&quot;:1,&quot;transparency&quot;:0}],&quot;type&quot;:3},&quot;glow&quot;:{&quot;colorType&quot;:0},&quot;line&quot;:{&quot;solidLine&quot;:{&quot;brightness&quot;:-0.25,&quot;colorType&quot;:1,&quot;foreColorIndex&quot;:5,&quot;transparency&quot;:0.800000011920929},&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5"/>
</p:tagLst>
</file>

<file path=ppt/tags/tag307.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12"/>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68_1*l_h_a*1_2_1"/>
  <p:tag name="KSO_WM_TEMPLATE_CATEGORY" val="diagram"/>
  <p:tag name="KSO_WM_TEMPLATE_INDEX" val="20232468"/>
  <p:tag name="KSO_WM_UNIT_LAYERLEVEL" val="1_1_1"/>
  <p:tag name="KSO_WM_TAG_VERSION" val="3.0"/>
  <p:tag name="KSO_WM_DIAGRAM_MAX_ITEMCNT" val="4"/>
  <p:tag name="KSO_WM_DIAGRAM_MIN_ITEMCNT" val="2"/>
  <p:tag name="KSO_WM_DIAGRAM_VIRTUALLY_FRAME" val="{&quot;height&quot;:301.70001220703125,&quot;left&quot;:54.45366699218748,&quot;top&quot;:153.54999389648438,&quot;width&quot;:851.23266601562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1"/>
  <p:tag name="KSO_WM_UNIT_FILL_FORE_SCHEMECOLOR_INDEX" val="2"/>
  <p:tag name="KSO_WM_UNIT_FILL_FORE_SCHEMECOLOR_INDEX_BRIGHTNESS" val="0"/>
  <p:tag name="KSO_WM_UNIT_TEXT_FILL_FORE_SCHEMECOLOR_INDEX" val="1"/>
  <p:tag name="KSO_WM_UNIT_TEXT_FILL_TYPE" val="1"/>
</p:tagLst>
</file>

<file path=ppt/tags/tag30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2468_1*l_h_i*1_1_1"/>
  <p:tag name="KSO_WM_TEMPLATE_CATEGORY" val="diagram"/>
  <p:tag name="KSO_WM_TEMPLATE_INDEX" val="20232468"/>
  <p:tag name="KSO_WM_UNIT_LAYERLEVEL" val="1_1_1"/>
  <p:tag name="KSO_WM_TAG_VERSION" val="3.0"/>
  <p:tag name="KSO_WM_DIAGRAM_MAX_ITEMCNT" val="4"/>
  <p:tag name="KSO_WM_DIAGRAM_MIN_ITEMCNT" val="2"/>
  <p:tag name="KSO_WM_DIAGRAM_VIRTUALLY_FRAME" val="{&quot;height&quot;:301.70001220703125,&quot;left&quot;:54.45366699218748,&quot;top&quot;:153.54999389648438,&quot;width&quot;:851.23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Lst>
</file>

<file path=ppt/tags/tag30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5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68_1*l_h_f*1_1_1"/>
  <p:tag name="KSO_WM_TEMPLATE_CATEGORY" val="diagram"/>
  <p:tag name="KSO_WM_TEMPLATE_INDEX" val="20232468"/>
  <p:tag name="KSO_WM_UNIT_LAYERLEVEL" val="1_1_1"/>
  <p:tag name="KSO_WM_TAG_VERSION" val="3.0"/>
  <p:tag name="KSO_WM_DIAGRAM_MAX_ITEMCNT" val="4"/>
  <p:tag name="KSO_WM_DIAGRAM_MIN_ITEMCNT" val="2"/>
  <p:tag name="KSO_WM_DIAGRAM_VIRTUALLY_FRAME" val="{&quot;height&quot;:301.70001220703125,&quot;left&quot;:54.45366699218748,&quot;top&quot;:153.54999389648438,&quot;width&quot;:851.23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输入项正文，文字是您思想的提炼，请尽量言简意赅的阐述观点。单击此处输入项正文内容"/>
  <p:tag name="KSO_WM_UNIT_TEXT_FILL_FORE_SCHEMECOLOR_INDEX" val="1"/>
  <p:tag name="KSO_WM_UNIT_TEXT_FILL_TYPE" val="1"/>
</p:tagLst>
</file>

<file path=ppt/tags/tag31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2468_1*l_h_i*1_2_1"/>
  <p:tag name="KSO_WM_TEMPLATE_CATEGORY" val="diagram"/>
  <p:tag name="KSO_WM_TEMPLATE_INDEX" val="20232468"/>
  <p:tag name="KSO_WM_UNIT_LAYERLEVEL" val="1_1_1"/>
  <p:tag name="KSO_WM_TAG_VERSION" val="3.0"/>
  <p:tag name="KSO_WM_DIAGRAM_MAX_ITEMCNT" val="4"/>
  <p:tag name="KSO_WM_DIAGRAM_MIN_ITEMCNT" val="2"/>
  <p:tag name="KSO_WM_DIAGRAM_VIRTUALLY_FRAME" val="{&quot;height&quot;:301.70001220703125,&quot;left&quot;:54.45366699218748,&quot;top&quot;:153.54999389648438,&quot;width&quot;:851.23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Lst>
</file>

<file path=ppt/tags/tag31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5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68_1*l_h_f*1_2_1"/>
  <p:tag name="KSO_WM_TEMPLATE_CATEGORY" val="diagram"/>
  <p:tag name="KSO_WM_TEMPLATE_INDEX" val="20232468"/>
  <p:tag name="KSO_WM_UNIT_LAYERLEVEL" val="1_1_1"/>
  <p:tag name="KSO_WM_TAG_VERSION" val="3.0"/>
  <p:tag name="KSO_WM_DIAGRAM_MAX_ITEMCNT" val="4"/>
  <p:tag name="KSO_WM_DIAGRAM_MIN_ITEMCNT" val="2"/>
  <p:tag name="KSO_WM_DIAGRAM_VIRTUALLY_FRAME" val="{&quot;height&quot;:301.70001220703125,&quot;left&quot;:54.45366699218748,&quot;top&quot;:153.54999389648438,&quot;width&quot;:851.23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BEAUTIFY_FLAG" val="#wm#"/>
  <p:tag name="KSO_WM_UNIT_PRESET_TEXT" val="单击输入项正文，文字是您思想的提炼，请尽量言简意赅的阐述观点。单击此处输入项正文，文字是您思想的提炼"/>
</p:tagLst>
</file>

<file path=ppt/tags/tag31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80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80"/>
  <p:tag name="KSO_WM_TEMPLATE_CATEGORY" val="custom"/>
</p:tagLst>
</file>

<file path=ppt/tags/tag313.xml><?xml version="1.0" encoding="utf-8"?>
<p:tagLst xmlns:p="http://schemas.openxmlformats.org/presentationml/2006/main">
  <p:tag name="KSO_WM_SLIDE_ID" val="diagram202324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2468"/>
  <p:tag name="KSO_WM_SLIDE_TYPE" val="text"/>
  <p:tag name="KSO_WM_SLIDE_SUBTYPE" val="diag"/>
  <p:tag name="KSO_WM_SLIDE_SIZE" val="850.352*301.7"/>
  <p:tag name="KSO_WM_SLIDE_POSITION" val="54.89*153.55"/>
  <p:tag name="KSO_WM_SLIDE_LAYOUT" val="a_l"/>
  <p:tag name="KSO_WM_SLIDE_LAYOUT_CNT" val="1_1"/>
  <p:tag name="KSO_WM_SPECIAL_SOURCE" val="bdnull"/>
  <p:tag name="KSO_WM_DIAGRAM_GROUP_CODE" val="l1-1"/>
  <p:tag name="KSO_WM_SLIDE_DIAGTYPE" val="l"/>
</p:tagLst>
</file>

<file path=ppt/tags/tag31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5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68_1*l_h_f*1_2_1"/>
  <p:tag name="KSO_WM_TEMPLATE_CATEGORY" val="diagram"/>
  <p:tag name="KSO_WM_TEMPLATE_INDEX" val="20232468"/>
  <p:tag name="KSO_WM_UNIT_LAYERLEVEL" val="1_1_1"/>
  <p:tag name="KSO_WM_TAG_VERSION" val="3.0"/>
  <p:tag name="KSO_WM_DIAGRAM_MAX_ITEMCNT" val="4"/>
  <p:tag name="KSO_WM_DIAGRAM_MIN_ITEMCNT" val="2"/>
  <p:tag name="KSO_WM_DIAGRAM_VIRTUALLY_FRAME" val="{&quot;height&quot;:301.70001220703125,&quot;left&quot;:54.45366699218748,&quot;top&quot;:153.54999389648438,&quot;width&quot;:851.23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BEAUTIFY_FLAG" val="#wm#"/>
  <p:tag name="KSO_WM_UNIT_PRESET_TEXT" val="单击输入项正文，文字是您思想的提炼，请尽量言简意赅的阐述观点。单击此处输入项正文，文字是您思想的提炼"/>
</p:tagLst>
</file>

<file path=ppt/tags/tag31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80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80"/>
  <p:tag name="KSO_WM_TEMPLATE_CATEGORY" val="custom"/>
</p:tagLst>
</file>

<file path=ppt/tags/tag316.xml><?xml version="1.0" encoding="utf-8"?>
<p:tagLst xmlns:p="http://schemas.openxmlformats.org/presentationml/2006/main">
  <p:tag name="KSO_WM_DIAGRAM_VIRTUALLY_FRAME" val="{&quot;height&quot;:485.5813385826772,&quot;left&quot;:20.558346456692938,&quot;top&quot;:33.24653543307088,&quot;width&quot;:854.8875273360605}"/>
  <p:tag name="KSO_WM_DIAGRAM_VERSION" val="3"/>
  <p:tag name="KSO_WM_DIAGRAM_COLOR_TRICK" val="1"/>
  <p:tag name="KSO_WM_DIAGRAM_COLOR_TEXT_CAN_REMOVE" val="n"/>
  <p:tag name="KSO_WM_UNIT_VALUE" val="753*485"/>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3329_1*l_h_d*1_1_1"/>
  <p:tag name="KSO_WM_TEMPLATE_CATEGORY" val="diagram"/>
  <p:tag name="KSO_WM_TEMPLATE_INDEX" val="20233329"/>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ai_match*VCG41N1147473632**1749036898784_137.79_902c6cfb4e0f-slide-3"/>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1930_1*i*1"/>
  <p:tag name="KSO_WM_TEMPLATE_CATEGORY" val="custom"/>
  <p:tag name="KSO_WM_TEMPLATE_INDEX" val="20231930"/>
  <p:tag name="KSO_WM_UNIT_LAYERLEVEL" val="1"/>
  <p:tag name="KSO_WM_TAG_VERSION" val="3.0"/>
  <p:tag name="KSO_WM_BEAUTIFY_FLAG" val="#wm#"/>
  <p:tag name="KSO_WM_DIAGRAM_GROUP_CODE" val="l1-1"/>
</p:tagLst>
</file>

<file path=ppt/tags/tag31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1930_1*i*2"/>
  <p:tag name="KSO_WM_TEMPLATE_CATEGORY" val="custom"/>
  <p:tag name="KSO_WM_TEMPLATE_INDEX" val="20231930"/>
  <p:tag name="KSO_WM_UNIT_LAYERLEVEL" val="1"/>
  <p:tag name="KSO_WM_TAG_VERSION" val="3.0"/>
  <p:tag name="KSO_WM_DIAGRAM_GROUP_CODE" val="l1-1"/>
</p:tagLst>
</file>

<file path=ppt/tags/tag319.xml><?xml version="1.0" encoding="utf-8"?>
<p:tagLst xmlns:p="http://schemas.openxmlformats.org/presentationml/2006/main">
  <p:tag name="KSO_WM_SLIDE_ID" val="diagram202324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2468"/>
  <p:tag name="KSO_WM_SLIDE_TYPE" val="text"/>
  <p:tag name="KSO_WM_SLIDE_SUBTYPE" val="diag"/>
  <p:tag name="KSO_WM_SLIDE_SIZE" val="850.352*301.7"/>
  <p:tag name="KSO_WM_SLIDE_POSITION" val="54.89*153.55"/>
  <p:tag name="KSO_WM_SLIDE_LAYOUT" val="a_l"/>
  <p:tag name="KSO_WM_SLIDE_LAYOUT_CNT" val="1_1"/>
  <p:tag name="KSO_WM_SPECIAL_SOURCE" val="bdnull"/>
  <p:tag name="KSO_WM_DIAGRAM_GROUP_CODE" val="l1-1"/>
  <p:tag name="KSO_WM_SLIDE_DIAGTYPE" val="l"/>
</p:tagLst>
</file>

<file path=ppt/tags/tag320.xml><?xml version="1.0" encoding="utf-8"?>
<p:tagLst xmlns:p="http://schemas.openxmlformats.org/presentationml/2006/main">
  <p:tag name="KSO_WM_UNIT_TYPE" val="a"/>
  <p:tag name="KSO_WM_UNIT_INDEX" val="1"/>
  <p:tag name="KSO_WM_BEAUTIFY_FLAG" val="#wm#"/>
  <p:tag name="KSO_WM_TAG_VERSION" val="3.0"/>
  <p:tag name="KSO_WM_TEMPLATE_INDEX" val="80"/>
  <p:tag name="KSO_WM_TEMPLATE_CATEGORY" val="custom"/>
  <p:tag name="KSO_WM_UNIT_ID" val="custom80_3*a*1"/>
  <p:tag name="KSO_WM_UNIT_LAYERLEVEL" val="1"/>
</p:tagLst>
</file>

<file path=ppt/tags/tag321.xml><?xml version="1.0" encoding="utf-8"?>
<p:tagLst xmlns:p="http://schemas.openxmlformats.org/presentationml/2006/main">
  <p:tag name="KSO_WM_UNIT_ID" val="custom80_3**"/>
  <p:tag name="KSO_WM_BEAUTIFY_FLAG" val="#wm#"/>
  <p:tag name="KSO_WM_TAG_VERSION" val="3.0"/>
  <p:tag name="KSO_WM_UNIT_LAYERLEVEL" val="1"/>
  <p:tag name="KSO_WM_TEMPLATE_INDEX" val="80"/>
  <p:tag name="KSO_WM_TEMPLATE_CATEGORY" val="custom"/>
</p:tagLst>
</file>

<file path=ppt/tags/tag322.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INDEX" val="80"/>
  <p:tag name="KSO_WM_TEMPLATE_CATEGORY" val="custom"/>
  <p:tag name="KSO_WM_UNIT_ID" val="custom80_3*j*1"/>
  <p:tag name="KSO_WM_UNIT_LAYERLEVEL" val="1"/>
</p:tagLst>
</file>

<file path=ppt/tags/tag323.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60,960,540"/>
  <p:tag name="KSO_WM_SLIDE_SUBTYPE" val="pureTxt"/>
  <p:tag name="KSO_WM_SLIDE_ITEM_CNT" val="0"/>
  <p:tag name="KSO_WM_TEMPLATE_INDEX" val="80"/>
  <p:tag name="KSO_WM_SLIDE_THEME_ID" val="20236403"/>
  <p:tag name="KSO_WM_SLIDE_INDEX" val="3"/>
  <p:tag name="KSO_WM_BEAUTIFY_FLAG" val="#wm#"/>
  <p:tag name="KSO_WM_TEMPLATE_CATEGORY" val="custom"/>
  <p:tag name="KSO_WM_SLIDE_ID" val="custom80_3"/>
  <p:tag name="KSO_WM_SLIDE_LAYOUT" val="_a_j"/>
  <p:tag name="KSO_WM_SLIDE_LAYOUT_CNT" val="1_1_1"/>
</p:tagLst>
</file>

<file path=ppt/tags/tag32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5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68_1*l_h_f*1_2_1"/>
  <p:tag name="KSO_WM_TEMPLATE_CATEGORY" val="diagram"/>
  <p:tag name="KSO_WM_TEMPLATE_INDEX" val="20232468"/>
  <p:tag name="KSO_WM_UNIT_LAYERLEVEL" val="1_1_1"/>
  <p:tag name="KSO_WM_TAG_VERSION" val="3.0"/>
  <p:tag name="KSO_WM_DIAGRAM_MAX_ITEMCNT" val="4"/>
  <p:tag name="KSO_WM_DIAGRAM_MIN_ITEMCNT" val="2"/>
  <p:tag name="KSO_WM_DIAGRAM_VIRTUALLY_FRAME" val="{&quot;height&quot;:301.70001220703125,&quot;left&quot;:54.45366699218748,&quot;top&quot;:153.54999389648438,&quot;width&quot;:851.23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BEAUTIFY_FLAG" val="#wm#"/>
  <p:tag name="KSO_WM_UNIT_PRESET_TEXT" val="单击输入项正文，文字是您思想的提炼，请尽量言简意赅的阐述观点。单击此处输入项正文，文字是您思想的提炼"/>
</p:tagLst>
</file>

<file path=ppt/tags/tag32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custom80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80"/>
  <p:tag name="KSO_WM_TEMPLATE_CATEGORY" val="custom"/>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1930_1*i*1"/>
  <p:tag name="KSO_WM_TEMPLATE_CATEGORY" val="custom"/>
  <p:tag name="KSO_WM_TEMPLATE_INDEX" val="20231930"/>
  <p:tag name="KSO_WM_UNIT_LAYERLEVEL" val="1"/>
  <p:tag name="KSO_WM_TAG_VERSION" val="3.0"/>
  <p:tag name="KSO_WM_BEAUTIFY_FLAG" val="#wm#"/>
  <p:tag name="KSO_WM_DIAGRAM_GROUP_CODE" val="l1-1"/>
</p:tagLst>
</file>

<file path=ppt/tags/tag32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1930_1*i*2"/>
  <p:tag name="KSO_WM_TEMPLATE_CATEGORY" val="custom"/>
  <p:tag name="KSO_WM_TEMPLATE_INDEX" val="20231930"/>
  <p:tag name="KSO_WM_UNIT_LAYERLEVEL" val="1"/>
  <p:tag name="KSO_WM_TAG_VERSION" val="3.0"/>
  <p:tag name="KSO_WM_DIAGRAM_GROUP_CODE" val="l1-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2*l_h_d*1_4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4_1"/>
  <p:tag name="KSO_WM_DIAGRAM_VERSION" val="3"/>
  <p:tag name="KSO_WM_DIAGRAM_COLOR_TRICK" val="1"/>
  <p:tag name="KSO_WM_DIAGRAM_COLOR_TEXT_CAN_REMOVE" val="n"/>
  <p:tag name="KSO_WM_DIAGRAM_MAX_ITEMCNT" val="4"/>
  <p:tag name="KSO_WM_DIAGRAM_MIN_ITEMCNT" val="3"/>
  <p:tag name="KSO_WM_DIAGRAM_VIRTUALLY_FRAME" val="{&quot;height&quot;:360.41559055118114,&quot;left&quot;:54.6757480314961,&quot;top&quot;:76.47653543307088,&quot;width&quot;:850.5451968503934}"/>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ai_match*VCG41N1315483165**1749036898784_137.79_902c6cfb4e0f-slide-7"/>
</p:tagLst>
</file>

<file path=ppt/tags/tag329.xml><?xml version="1.0" encoding="utf-8"?>
<p:tagLst xmlns:p="http://schemas.openxmlformats.org/presentationml/2006/main">
  <p:tag name="KSO_WM_SLIDE_ID" val="diagram202324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2468"/>
  <p:tag name="KSO_WM_SLIDE_TYPE" val="text"/>
  <p:tag name="KSO_WM_SLIDE_SUBTYPE" val="diag"/>
  <p:tag name="KSO_WM_SLIDE_SIZE" val="850.352*301.7"/>
  <p:tag name="KSO_WM_SLIDE_POSITION" val="54.89*153.55"/>
  <p:tag name="KSO_WM_SLIDE_LAYOUT" val="a_l"/>
  <p:tag name="KSO_WM_SLIDE_LAYOUT_CNT" val="1_1"/>
  <p:tag name="KSO_WM_SPECIAL_SOURCE" val="bdnull"/>
  <p:tag name="KSO_WM_DIAGRAM_GROUP_CODE" val="l1-1"/>
  <p:tag name="KSO_WM_SLIDE_DIAGTYPE" val="l"/>
</p:tagLst>
</file>

<file path=ppt/tags/tag330.xml><?xml version="1.0" encoding="utf-8"?>
<p:tagLst xmlns:p="http://schemas.openxmlformats.org/presentationml/2006/main">
  <p:tag name="KSO_WM_PRESENTATION_SOURCE" val="WPPAIGeneratePPT"/>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_2">
  <a:themeElements>
    <a:clrScheme na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WPS">
      <a:majorFont>
        <a:latin typeface="微软雅黑"/>
        <a:ea typeface="微软雅黑"/>
        <a:cs typeface=""/>
      </a:majorFont>
      <a:minorFont>
        <a:latin typeface="等线"/>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4110</Words>
  <Application>WPS 演示</Application>
  <PresentationFormat>宽屏</PresentationFormat>
  <Paragraphs>324</Paragraphs>
  <Slides>27</Slides>
  <Notes>4</Notes>
  <HiddenSlides>0</HiddenSlides>
  <MMClips>0</MMClips>
  <ScaleCrop>false</ScaleCrop>
  <HeadingPairs>
    <vt:vector size="6" baseType="variant">
      <vt:variant>
        <vt:lpstr>已用的字体</vt:lpstr>
      </vt:variant>
      <vt:variant>
        <vt:i4>17</vt:i4>
      </vt:variant>
      <vt:variant>
        <vt:lpstr>主题</vt:lpstr>
      </vt:variant>
      <vt:variant>
        <vt:i4>3</vt:i4>
      </vt:variant>
      <vt:variant>
        <vt:lpstr>幻灯片标题</vt:lpstr>
      </vt:variant>
      <vt:variant>
        <vt:i4>27</vt:i4>
      </vt:variant>
    </vt:vector>
  </HeadingPairs>
  <TitlesOfParts>
    <vt:vector size="47" baseType="lpstr">
      <vt:lpstr>Arial</vt:lpstr>
      <vt:lpstr>宋体</vt:lpstr>
      <vt:lpstr>Wingdings</vt:lpstr>
      <vt:lpstr>Wingdings</vt:lpstr>
      <vt:lpstr>微软雅黑</vt:lpstr>
      <vt:lpstr>汉仪旗黑</vt:lpstr>
      <vt:lpstr>Times New Roman</vt:lpstr>
      <vt:lpstr>等线</vt:lpstr>
      <vt:lpstr>苹方-简</vt:lpstr>
      <vt:lpstr>宋体</vt:lpstr>
      <vt:lpstr>Arial Unicode MS</vt:lpstr>
      <vt:lpstr>Calibri</vt:lpstr>
      <vt:lpstr>Helvetica Neue</vt:lpstr>
      <vt:lpstr>宋体-简</vt:lpstr>
      <vt:lpstr>Calibri</vt:lpstr>
      <vt:lpstr>宋体</vt:lpstr>
      <vt:lpstr>等线 Light</vt:lpstr>
      <vt:lpstr>WPS</vt:lpstr>
      <vt:lpstr>Office 主题​​_2</vt:lpstr>
      <vt:lpstr>Office 主题​​</vt:lpstr>
      <vt:lpstr>PowerPoint 演示文稿</vt:lpstr>
      <vt:lpstr>PowerPoint 演示文稿</vt:lpstr>
      <vt:lpstr>PowerPoint 演示文稿</vt:lpstr>
      <vt:lpstr>研究背景及意义</vt:lpstr>
      <vt:lpstr>国内外研究现状</vt:lpstr>
      <vt:lpstr>PowerPoint 演示文稿</vt:lpstr>
      <vt:lpstr>系统目标分析</vt:lpstr>
      <vt:lpstr>可行性分析</vt:lpstr>
      <vt:lpstr>系统功能分析</vt:lpstr>
      <vt:lpstr>业务流程分析</vt:lpstr>
      <vt:lpstr>PowerPoint 演示文稿</vt:lpstr>
      <vt:lpstr>系统总体设计</vt:lpstr>
      <vt:lpstr>系统数据库设计</vt:lpstr>
      <vt:lpstr>系统数据库设计</vt:lpstr>
      <vt:lpstr>系统详细设计</vt:lpstr>
      <vt:lpstr>系统详细设计</vt:lpstr>
      <vt:lpstr>系统详细设计</vt:lpstr>
      <vt:lpstr>开发环境</vt:lpstr>
      <vt:lpstr>PowerPoint 演示文稿</vt:lpstr>
      <vt:lpstr>系统测试</vt:lpstr>
      <vt:lpstr>模拟交互测试</vt:lpstr>
      <vt:lpstr>模拟交互测试</vt:lpstr>
      <vt:lpstr>API测试</vt:lpstr>
      <vt:lpstr>测试结论</vt:lpstr>
      <vt:lpstr>PowerPoint 演示文稿</vt:lpstr>
      <vt:lpstr>总结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30931</dc:creator>
  <cp:lastModifiedBy>2443863832</cp:lastModifiedBy>
  <cp:revision>193</cp:revision>
  <dcterms:created xsi:type="dcterms:W3CDTF">2026-05-06T00:52:07Z</dcterms:created>
  <dcterms:modified xsi:type="dcterms:W3CDTF">2026-05-06T00:52:07Z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2052-12.1.23155.23155</vt:lpwstr>
  </property>
  <property fmtid="{D5CDD505-2E9C-101B-9397-08002B2CF9AE}" pid="3" name="ICV">
    <vt:lpwstr>8E19529B52B2A5AB0E7CF069AA6B60B2_43</vt:lpwstr>
  </property>
</Properties>
</file>